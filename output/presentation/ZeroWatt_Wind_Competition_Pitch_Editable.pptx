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3ddd84a7e854097" /><Relationship Type="http://schemas.openxmlformats.org/officeDocument/2006/relationships/extended-properties" Target="/docProps/app.xml" Id="R1dcb0214cdd24184" /><Relationship Type="http://schemas.openxmlformats.org/officeDocument/2006/relationships/officeDocument" Target="/ppt/presentation.xml" Id="Re1ab8b024fa346e2" /></Relationships>
</file>

<file path=ppt/presentation.xml><?xml version="1.0" encoding="utf-8"?>
<p:presentation xmlns:p="http://schemas.openxmlformats.org/presentationml/2006/main">
  <p:sldMasterIdLst>
    <p:sldMasterId xmlns:r="http://schemas.openxmlformats.org/officeDocument/2006/relationships" id="2147483648" r:id="R4b75ce32875247af"/>
  </p:sldMasterIdLst>
  <p:notesMasterIdLst>
    <p:notesMasterId xmlns:r="http://schemas.openxmlformats.org/officeDocument/2006/relationships" r:id="R729fe34a6d8746b9"/>
  </p:notesMasterIdLst>
  <p:sldIdLst>
    <p:sldId xmlns:r="http://schemas.openxmlformats.org/officeDocument/2006/relationships" id="256" r:id="R67c57cfec870474a"/>
    <p:sldId xmlns:r="http://schemas.openxmlformats.org/officeDocument/2006/relationships" id="257" r:id="Rdf40c0b49ca2412e"/>
    <p:sldId xmlns:r="http://schemas.openxmlformats.org/officeDocument/2006/relationships" id="258" r:id="R9995a6cc41ed48ad"/>
    <p:sldId xmlns:r="http://schemas.openxmlformats.org/officeDocument/2006/relationships" id="259" r:id="R1cce51024d314aa5"/>
    <p:sldId xmlns:r="http://schemas.openxmlformats.org/officeDocument/2006/relationships" id="260" r:id="R25ebce71bb9f4a06"/>
    <p:sldId xmlns:r="http://schemas.openxmlformats.org/officeDocument/2006/relationships" id="261" r:id="R3623c1a4316945cf"/>
    <p:sldId xmlns:r="http://schemas.openxmlformats.org/officeDocument/2006/relationships" id="262" r:id="R8bd4b36fe4fc4763"/>
    <p:sldId xmlns:r="http://schemas.openxmlformats.org/officeDocument/2006/relationships" id="263" r:id="R4df718d9c3934bb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f3173045794ccf" /><Relationship Type="http://schemas.openxmlformats.org/officeDocument/2006/relationships/slideMaster" Target="/ppt/slideMasters/slideMaster1.xml" Id="R4b75ce32875247af" /><Relationship Type="http://schemas.openxmlformats.org/officeDocument/2006/relationships/notesMaster" Target="/ppt/notesMasters/notesMaster1.xml" Id="R729fe34a6d8746b9" /><Relationship Type="http://schemas.openxmlformats.org/officeDocument/2006/relationships/presProps" Target="/ppt/presProps.xml" Id="Rc2d511cfc5704b2c" /><Relationship Type="http://schemas.openxmlformats.org/officeDocument/2006/relationships/tableStyles" Target="/ppt/tableStyles.xml" Id="R4049e2e84c5b4d81" /><Relationship Type="http://schemas.openxmlformats.org/officeDocument/2006/relationships/slide" Target="/ppt/slides/slide1.xml" Id="R67c57cfec870474a" /><Relationship Type="http://schemas.openxmlformats.org/officeDocument/2006/relationships/slide" Target="/ppt/slides/slide2.xml" Id="Rdf40c0b49ca2412e" /><Relationship Type="http://schemas.openxmlformats.org/officeDocument/2006/relationships/slide" Target="/ppt/slides/slide3.xml" Id="R9995a6cc41ed48ad" /><Relationship Type="http://schemas.openxmlformats.org/officeDocument/2006/relationships/slide" Target="/ppt/slides/slide4.xml" Id="R1cce51024d314aa5" /><Relationship Type="http://schemas.openxmlformats.org/officeDocument/2006/relationships/slide" Target="/ppt/slides/slide5.xml" Id="R25ebce71bb9f4a06" /><Relationship Type="http://schemas.openxmlformats.org/officeDocument/2006/relationships/slide" Target="/ppt/slides/slide6.xml" Id="R3623c1a4316945cf" /><Relationship Type="http://schemas.openxmlformats.org/officeDocument/2006/relationships/slide" Target="/ppt/slides/slide7.xml" Id="R8bd4b36fe4fc4763" /><Relationship Type="http://schemas.openxmlformats.org/officeDocument/2006/relationships/slide" Target="/ppt/slides/slide8.xml" Id="R4df718d9c3934b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e3b68aca02b48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0500af41f14e2a" /><Relationship Type="http://schemas.openxmlformats.org/officeDocument/2006/relationships/notesMaster" Target="/ppt/notesMasters/notesMaster1.xml" Id="Rb311cd5bfb7c4a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f0c4c67d4a4a6a" /><Relationship Type="http://schemas.openxmlformats.org/officeDocument/2006/relationships/notesMaster" Target="/ppt/notesMasters/notesMaster1.xml" Id="R6a6e3ccb08784d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3992b14cd243f7" /><Relationship Type="http://schemas.openxmlformats.org/officeDocument/2006/relationships/notesMaster" Target="/ppt/notesMasters/notesMaster1.xml" Id="R81c513dc5d684f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ed10118aac47d9" /><Relationship Type="http://schemas.openxmlformats.org/officeDocument/2006/relationships/notesMaster" Target="/ppt/notesMasters/notesMaster1.xml" Id="Rd4ab75162013472f"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79b67a4fa14a0f" /><Relationship Type="http://schemas.openxmlformats.org/officeDocument/2006/relationships/notesMaster" Target="/ppt/notesMasters/notesMaster1.xml" Id="R9d0840613c234f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198152b83f433d" /><Relationship Type="http://schemas.openxmlformats.org/officeDocument/2006/relationships/notesMaster" Target="/ppt/notesMasters/notesMaster1.xml" Id="R89118b72093d4e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b46f3de72524dcc" /><Relationship Type="http://schemas.openxmlformats.org/officeDocument/2006/relationships/notesMaster" Target="/ppt/notesMasters/notesMaster1.xml" Id="Rfcf6102af0e64e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459543f7494da4" /><Relationship Type="http://schemas.openxmlformats.org/officeDocument/2006/relationships/notesMaster" Target="/ppt/notesMasters/notesMaster1.xml" Id="Rdd6df6b6272f4f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ZeroWatt Wind is a mechanical concept that uses wind to drive a fan or a surface paddle wheel. The photograph shows the small printed demonstrator. No electricity is needed by the uninstrumented mechanical core while sufficient wind is available.</a:t>
            </a:r>
          </a:p>
          <a:p xmlns:a="http://schemas.openxmlformats.org/drawingml/2006/main">
            <a:r>
              <a:t/>
            </a:r>
          </a:p>
          <a:p xmlns:a="http://schemas.openxmlformats.org/drawingml/2006/main">
            <a:r>
              <a:t>Sources: ZeroWatt Wind_Poster.pdf; ZeroWattWind-CezeriProject (1).pdf pp. 2–7; website assets/prototype-white.jpg.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targets rooms with poor airflow and an exposed, windy roof, plus ponds that may benefit from supplementary surface aeration. Natural ventilation remains useful where openings and wind are adequate. The website city image illustrates the context and is not field evidence. Avoid claiming continuous ventilation or adequate pond oxygen without measured wind and load data.</a:t>
            </a:r>
          </a:p>
          <a:p xmlns:a="http://schemas.openxmlformats.org/drawingml/2006/main">
            <a:r>
              <a:t/>
            </a:r>
          </a:p>
          <a:p xmlns:a="http://schemas.openxmlformats.org/drawingml/2006/main">
            <a:r>
              <a:t>Sources: Poster problem statement; Cezeri project pp. 3–4; costing document FAQ; local website docs/cars/citywide-clear.png.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submission describes a two-stage right-angle bevel drivetrain. One mechanism serves two separate applications. A ventilation installation and a pond installation each need their own system. The spiral geometry and NACA 65-810 profile are design choices, not proof of higher efficiency or lower starting wind speed.</a:t>
            </a:r>
          </a:p>
          <a:p xmlns:a="http://schemas.openxmlformats.org/drawingml/2006/main">
            <a:r>
              <a:t/>
            </a:r>
          </a:p>
          <a:p xmlns:a="http://schemas.openxmlformats.org/drawingml/2006/main">
            <a:r>
              <a:t>Sources: Poster annotated prototype; Cezeri project pp. 3, 5–6. Image extracted directly from supplied poster.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drawings are concepts, not installed systems. Ventilation requires an intake path and a pressure-loss assessment. Outdoor air is not always cooler, drier or clean. Pond aeration is supplementary until oxygen-transfer measurements demonstrate adequacy, especially through calm periods.</a:t>
            </a:r>
          </a:p>
          <a:p xmlns:a="http://schemas.openxmlformats.org/drawingml/2006/main">
            <a:r>
              <a:t/>
            </a:r>
          </a:p>
          <a:p xmlns:a="http://schemas.openxmlformats.org/drawingml/2006/main">
            <a:r>
              <a:t>Sources: Poster application illustrations and intended impact; Cezeri project pp.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team has designed and fabricated a small demonstrator. The project video is linked in the submission: https://youtu.be/nL_0LNzpgFc . The poster explicitly says that starting wind speed, torque, airflow, drivetrain efficiency and oxygen transfer remain unmeasured. The written specification says PLA, while one slicer screenshot labels PETG, so confirm the material before discussing production suitability.</a:t>
            </a:r>
          </a:p>
          <a:p xmlns:a="http://schemas.openxmlformats.org/drawingml/2006/main">
            <a:r>
              <a:t/>
            </a:r>
          </a:p>
          <a:p xmlns:a="http://schemas.openxmlformats.org/drawingml/2006/main">
            <a:r>
              <a:t>Sources: Cezeri project pp. 5–8; poster fabrication section; website assets/prototype-black.jpg.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website as an interactive explanation of the design. Basic mode models wind-driven ventilation and pond aeration. Advanced mode demonstrates solar, battery and motor assistance. Advanced hybrid mode uses electricity and is separate from the mechanical component estimate. The screenshot is an existing project screenshot, not a newly measured experiment. Launch the local site using START-SERVER.bat and visit http://127.0.0.1:5500. Any public website address can be inserted later.</a:t>
            </a:r>
          </a:p>
          <a:p xmlns:a="http://schemas.openxmlformats.org/drawingml/2006/main">
            <a:r>
              <a:t/>
            </a:r>
          </a:p>
          <a:p xmlns:a="http://schemas.openxmlformats.org/drawingml/2006/main">
            <a:r>
              <a:t>Sources: Local website index.html, app.js, model.js, src/advanced/hybrid-model.js, HYBRID-GUIDE.md; docs/hybrid/desktop-browser.png.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Arithmetic from costing_zero_watt_wind.docx. Currency is treated as BDT because the FAQ uses taka and Bangladesh suppliers. Ventilation: rotor 4.5×600=2700; gears 2×0.162×250=81; fan 0.121×600=72.60; collars 4×0.030×600=72; supports 3×0.327×120=117.72; casing and nuts 1000. Total 4043.32. Pond: paddle 3000; brackets/couplings/nuts 700; rotor 2700; gears 4×0.162×250=162; collars 72; supports 117.72. Total 6751.72. Displayed headlines round to the nearest BDT. The source narrative says about 4000 and 6500, but the listed expressions total 4043.32 and 6751.72. Rates and quantities are unverified estimates. No quoted installation labour, bearings, transport, maintenance or contingency allowance is established. Hybrid solar/battery costs are separate. Payback and electricity savings are not measured, so they are omitted.</a:t>
            </a:r>
          </a:p>
          <a:p xmlns:a="http://schemas.openxmlformats.org/drawingml/2006/main">
            <a:r>
              <a:t/>
            </a:r>
          </a:p>
          <a:p xmlns:a="http://schemas.openxmlformats.org/drawingml/2006/main">
            <a:r>
              <a:t>Sources: G:/new_8/costing_zero_watt_wind.docx, component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next step, not a committed programme or a claim that field trials are complete. The three names follow the supplied poster. The earlier Cezeri competition submission lists two participants, so update the presenter names for the specific competition rules. Evaluate calm-period backup needs and compare any later savings claim against measured, equal-service operation.</a:t>
            </a:r>
          </a:p>
          <a:p xmlns:a="http://schemas.openxmlformats.org/drawingml/2006/main">
            <a:r>
              <a:t/>
            </a:r>
          </a:p>
          <a:p xmlns:a="http://schemas.openxmlformats.org/drawingml/2006/main">
            <a:r>
              <a:t>Sources: Poster fabrication section and contributor line; Cezeri project pp. 1–2 and 6–7; costing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f338b988f242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cf5615b4f9f44a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2b8219f9b24498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c1503074baf483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6cd57d7262f4be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23b22f30ecd4d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5FAD00-317E-4B6C-931B-3C3707C12E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BA7A03-C95A-4830-B6B6-57449DEFA04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948F7F4-9331-4751-9A0A-A1B90155EC6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DF35A8-4FE0-488C-B735-B0333D97D9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C4468B8-5B87-439F-BC86-713FCB1258D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7D67685-F08C-4A87-85FD-6F976A56189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1DAC77-9E6D-4AF2-8A73-05F4859284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1D00510-A036-4EDE-9219-801FB4182F5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AA0F0A-8C33-4C20-833D-5A7BE70415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D871A7-5A5B-4311-B7B9-A154798D9C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9e46fc3e184434" /><Relationship Type="http://schemas.openxmlformats.org/officeDocument/2006/relationships/slideLayout" Target="/ppt/slideLayouts/slideLayout1.xml" Id="R93091bfd2388489a" /><Relationship Type="http://schemas.openxmlformats.org/officeDocument/2006/relationships/slideLayout" Target="/ppt/slideLayouts/slideLayout2.xml" Id="R3d71118ade7a4178" /><Relationship Type="http://schemas.openxmlformats.org/officeDocument/2006/relationships/slideLayout" Target="/ppt/slideLayouts/slideLayout3.xml" Id="R44ab18da88ee43e5" /><Relationship Type="http://schemas.openxmlformats.org/officeDocument/2006/relationships/slideLayout" Target="/ppt/slideLayouts/slideLayout4.xml" Id="Rfefce66b716d4dae" /><Relationship Type="http://schemas.openxmlformats.org/officeDocument/2006/relationships/slideLayout" Target="/ppt/slideLayouts/slideLayout5.xml" Id="Rd2f45b509c1145c2" /><Relationship Type="http://schemas.openxmlformats.org/officeDocument/2006/relationships/slideLayout" Target="/ppt/slideLayouts/slideLayout6.xml" Id="R999d13f5301841d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091bfd2388489a"/>
    <p:sldLayoutId xmlns:r="http://schemas.openxmlformats.org/officeDocument/2006/relationships" id="2147483650" r:id="R3d71118ade7a4178"/>
    <p:sldLayoutId xmlns:r="http://schemas.openxmlformats.org/officeDocument/2006/relationships" id="2147483651" r:id="R44ab18da88ee43e5"/>
    <p:sldLayoutId xmlns:r="http://schemas.openxmlformats.org/officeDocument/2006/relationships" id="2147483652" r:id="Rfefce66b716d4dae"/>
    <p:sldLayoutId xmlns:r="http://schemas.openxmlformats.org/officeDocument/2006/relationships" id="2147483653" r:id="Rd2f45b509c1145c2"/>
    <p:sldLayoutId xmlns:r="http://schemas.openxmlformats.org/officeDocument/2006/relationships" id="2147483654" r:id="R999d13f5301841d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8006919803d4c5b" /><Relationship Type="http://schemas.openxmlformats.org/officeDocument/2006/relationships/image" Target="/ppt/media/image.jpeg" Id="R4918de7f09ed44be" /><Relationship Type="http://schemas.openxmlformats.org/officeDocument/2006/relationships/notesSlide" Target="/ppt/notesSlides/notesSlide1.xml" Id="Rba35643218334b4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a60c8ca90c14be9" /><Relationship Type="http://schemas.openxmlformats.org/officeDocument/2006/relationships/image" Target="/ppt/media/image.png" Id="R585fac8c1d4348e7" /><Relationship Type="http://schemas.openxmlformats.org/officeDocument/2006/relationships/notesSlide" Target="/ppt/notesSlides/notesSlide2.xml" Id="Rcbd80b67ed8e44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55d43dbc5cc4b85" /><Relationship Type="http://schemas.openxmlformats.org/officeDocument/2006/relationships/image" Target="/ppt/media/image2.png" Id="R3241a6c8be544feb" /><Relationship Type="http://schemas.openxmlformats.org/officeDocument/2006/relationships/notesSlide" Target="/ppt/notesSlides/notesSlide3.xml" Id="R7a86a97c8c5543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9d824d8a9b2414b" /><Relationship Type="http://schemas.openxmlformats.org/officeDocument/2006/relationships/image" Target="/ppt/media/image3.png" Id="R459b80f2d7ac4fc0" /><Relationship Type="http://schemas.openxmlformats.org/officeDocument/2006/relationships/image" Target="/ppt/media/image4.png" Id="R94b7f02d04fe48f5" /><Relationship Type="http://schemas.openxmlformats.org/officeDocument/2006/relationships/notesSlide" Target="/ppt/notesSlides/notesSlide4.xml" Id="R75ce3365a66541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85d5d5e82c54b22" /><Relationship Type="http://schemas.openxmlformats.org/officeDocument/2006/relationships/image" Target="/ppt/media/image2.jpeg" Id="Rd1e884839ba7402e" /><Relationship Type="http://schemas.openxmlformats.org/officeDocument/2006/relationships/notesSlide" Target="/ppt/notesSlides/notesSlide5.xml" Id="R5ed6cdd912ff42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b15dba6cc8a4114" /><Relationship Type="http://schemas.openxmlformats.org/officeDocument/2006/relationships/image" Target="/ppt/media/image3.jpeg" Id="R1f4e9e3037394fed" /><Relationship Type="http://schemas.openxmlformats.org/officeDocument/2006/relationships/notesSlide" Target="/ppt/notesSlides/notesSlide6.xml" Id="R61ece43b713d401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3a81873010f405c" /><Relationship Type="http://schemas.openxmlformats.org/officeDocument/2006/relationships/notesSlide" Target="/ppt/notesSlides/notesSlide7.xml" Id="R51a98dc3368f44c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0b63f84eb864e65" /><Relationship Type="http://schemas.openxmlformats.org/officeDocument/2006/relationships/notesSlide" Target="/ppt/notesSlides/notesSlide8.xml" Id="R32ef14f2da224b8b" /></Relationships>
</file>

<file path=ppt/slides/slide1.xml><?xml version="1.0" encoding="utf-8"?>
<p:sld xmlns:p="http://schemas.openxmlformats.org/presentationml/2006/main">
  <p:cSld>
    <p:bg>
      <p:bgPr>
        <a:solidFill xmlns:a="http://schemas.openxmlformats.org/drawingml/2006/main">
          <a:srgbClr val="101713"/>
        </a:solidFill>
      </p:bgPr>
    </p:bg>
    <p:spTree>
      <p:nvGrpSpPr>
        <p:cNvPr id="1" name=""/>
        <p:cNvGrpSpPr/>
        <p:nvPr/>
      </p:nvGrpSpPr>
      <p:grpSpPr>
        <a:xfrm xmlns:a="http://schemas.openxmlformats.org/drawingml/2006/main"/>
      </p:grpSpPr>
      <p:sp>
        <p:nvSpPr>
          <p:cNvPr id="2" name="01">
            <a:extLst xmlns:a="http://schemas.openxmlformats.org/drawingml/2006/main">
              <a:ext uri="{FF2B5EF4-FFF2-40B4-BE49-F238E27FC236}">
                <a16:creationId xmlns:a16="http://schemas.microsoft.com/office/drawing/2014/main" id="{5E364BAE-D90F-4B08-8EBC-93600CA7972F}"/>
              </a:ext>
            </a:extLst>
          </p:cNvPr>
          <p:cNvSpPr>
            <a:spLocks xmlns:a="http://schemas.openxmlformats.org/drawingml/2006/main" noGrp="1"/>
          </p:cNvSpPr>
          <p:nvPr/>
        </p:nvSpPr>
        <p:spPr>
          <a:xfrm xmlns:a="http://schemas.openxmlformats.org/drawingml/2006/main">
            <a:off x="11077575" y="628650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EC0B1"/>
                </a:solidFill>
                <a:latin typeface="Arial"/>
                <a:ea typeface="Arial"/>
                <a:cs typeface="Arial"/>
              </a:defRPr>
            </a:defPPr>
            <a:lvl1pPr>
              <a:defRPr sz="1275" b="0">
                <a:solidFill>
                  <a:srgbClr val="AEC0B1"/>
                </a:solidFill>
                <a:latin typeface="Arial"/>
                <a:ea typeface="Arial"/>
                <a:cs typeface="Arial"/>
              </a:defRPr>
            </a:lvl1pPr>
            <a:lvl2pPr>
              <a:defRPr sz="1275" b="0">
                <a:solidFill>
                  <a:srgbClr val="AEC0B1"/>
                </a:solidFill>
                <a:latin typeface="Arial"/>
                <a:ea typeface="Arial"/>
                <a:cs typeface="Arial"/>
              </a:defRPr>
            </a:lvl2pPr>
            <a:lvl3pPr>
              <a:defRPr sz="1275" b="0">
                <a:solidFill>
                  <a:srgbClr val="AEC0B1"/>
                </a:solidFill>
                <a:latin typeface="Arial"/>
                <a:ea typeface="Arial"/>
                <a:cs typeface="Arial"/>
              </a:defRPr>
            </a:lvl3pPr>
            <a:lvl4pPr>
              <a:defRPr sz="1275" b="0">
                <a:solidFill>
                  <a:srgbClr val="AEC0B1"/>
                </a:solidFill>
                <a:latin typeface="Arial"/>
                <a:ea typeface="Arial"/>
                <a:cs typeface="Arial"/>
              </a:defRPr>
            </a:lvl4pPr>
            <a:lvl5pPr>
              <a:defRPr sz="1275" b="0">
                <a:solidFill>
                  <a:srgbClr val="AEC0B1"/>
                </a:solidFill>
                <a:latin typeface="Arial"/>
                <a:ea typeface="Arial"/>
                <a:cs typeface="Arial"/>
              </a:defRPr>
            </a:lvl5pPr>
            <a:lvl6pPr>
              <a:defRPr sz="1275" b="0">
                <a:solidFill>
                  <a:srgbClr val="AEC0B1"/>
                </a:solidFill>
                <a:latin typeface="Arial"/>
                <a:ea typeface="Arial"/>
                <a:cs typeface="Arial"/>
              </a:defRPr>
            </a:lvl6pPr>
            <a:lvl7pPr>
              <a:defRPr sz="1275" b="0">
                <a:solidFill>
                  <a:srgbClr val="AEC0B1"/>
                </a:solidFill>
                <a:latin typeface="Arial"/>
                <a:ea typeface="Arial"/>
                <a:cs typeface="Arial"/>
              </a:defRPr>
            </a:lvl7pPr>
            <a:lvl8pPr>
              <a:defRPr sz="1275" b="0">
                <a:solidFill>
                  <a:srgbClr val="AEC0B1"/>
                </a:solidFill>
                <a:latin typeface="Arial"/>
                <a:ea typeface="Arial"/>
                <a:cs typeface="Arial"/>
              </a:defRPr>
            </a:lvl8pPr>
            <a:lvl9pPr>
              <a:defRPr sz="1275" b="0">
                <a:solidFill>
                  <a:srgbClr val="AEC0B1"/>
                </a:solidFill>
                <a:latin typeface="Arial"/>
                <a:ea typeface="Arial"/>
                <a:cs typeface="Arial"/>
              </a:defRPr>
            </a:lvl9pPr>
          </a:lstStyle>
          <a:p xmlns:a="http://schemas.openxmlformats.org/drawingml/2006/main">
            <a:pPr>
              <a:defRPr sz="1275" b="0">
                <a:solidFill>
                  <a:srgbClr val="AEC0B1"/>
                </a:solidFill>
                <a:latin typeface="Arial"/>
                <a:ea typeface="Arial"/>
                <a:cs typeface="Arial"/>
              </a:defRPr>
            </a:pPr>
            <a:r>
              <a:rPr sz="1275" b="0">
                <a:solidFill>
                  <a:srgbClr val="AEC0B1"/>
                </a:solidFill>
                <a:latin typeface="Arial"/>
                <a:ea typeface="Arial"/>
                <a:cs typeface="Arial"/>
              </a:rPr>
              <a:t>01</a:t>
            </a:r>
          </a:p>
        </p:txBody>
      </p:sp>
      <p:pic>
        <p:nvPicPr>
          <p:cNvPr id="3" name="">
            <a:extLst xmlns:a="http://schemas.openxmlformats.org/drawingml/2006/main">
              <a:ext uri="{FF2B5EF4-FFF2-40B4-BE49-F238E27FC236}">
                <a16:creationId xmlns:a16="http://schemas.microsoft.com/office/drawing/2014/main" id="{7F7DD7E1-C019-4325-8A1A-4BF155AABDC6}"/>
              </a:ext>
            </a:extLst>
          </p:cNvPr>
          <p:cNvPicPr>
            <a:picLocks xmlns:a="http://schemas.openxmlformats.org/drawingml/2006/main" noChangeAspect="1"/>
          </p:cNvPicPr>
          <p:nvPr/>
        </p:nvPicPr>
        <p:blipFill>
          <a:blip xmlns:r="http://schemas.openxmlformats.org/officeDocument/2006/relationships" xmlns:a="http://schemas.openxmlformats.org/drawingml/2006/main" r:embed="R4918de7f09ed44be"/>
          <a:srcRect xmlns:a="http://schemas.openxmlformats.org/drawingml/2006/main" l="17081" t="0" r="17081" b="0"/>
          <a:stretch xmlns:a="http://schemas.openxmlformats.org/drawingml/2006/main">
            <a:fillRect l="0" t="0" r="0" b="0"/>
          </a:stretch>
        </p:blipFill>
        <p:spPr>
          <a:xfrm xmlns:a="http://schemas.openxmlformats.org/drawingml/2006/main">
            <a:off x="5715000" y="0"/>
            <a:ext cx="6477000" cy="6858000"/>
          </a:xfrm>
          <a:prstGeom xmlns:a="http://schemas.openxmlformats.org/drawingml/2006/main" prst="rect">
            <a:avLst/>
          </a:prstGeom>
        </p:spPr>
      </p:pic>
      <p:sp>
        <p:nvSpPr>
          <p:cNvPr id="4" name="ZeroWatt&#10;Wind">
            <a:extLst xmlns:a="http://schemas.openxmlformats.org/drawingml/2006/main">
              <a:ext uri="{FF2B5EF4-FFF2-40B4-BE49-F238E27FC236}">
                <a16:creationId xmlns:a16="http://schemas.microsoft.com/office/drawing/2014/main" id="{5BBC0E24-A83D-4266-A426-0F2893FCB137}"/>
              </a:ext>
            </a:extLst>
          </p:cNvPr>
          <p:cNvSpPr>
            <a:spLocks xmlns:a="http://schemas.openxmlformats.org/drawingml/2006/main" noGrp="1"/>
          </p:cNvSpPr>
          <p:nvPr/>
        </p:nvSpPr>
        <p:spPr>
          <a:xfrm xmlns:a="http://schemas.openxmlformats.org/drawingml/2006/main">
            <a:off x="609600" y="1028700"/>
            <a:ext cx="4857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925" b="1">
                <a:solidFill>
                  <a:srgbClr val="F4F3EB"/>
                </a:solidFill>
                <a:latin typeface="Arial"/>
                <a:ea typeface="Arial"/>
                <a:cs typeface="Arial"/>
              </a:defRPr>
            </a:defPPr>
            <a:lvl1pPr>
              <a:defRPr sz="5925" b="1">
                <a:solidFill>
                  <a:srgbClr val="F4F3EB"/>
                </a:solidFill>
                <a:latin typeface="Arial"/>
                <a:ea typeface="Arial"/>
                <a:cs typeface="Arial"/>
              </a:defRPr>
            </a:lvl1pPr>
            <a:lvl2pPr>
              <a:defRPr sz="5925" b="1">
                <a:solidFill>
                  <a:srgbClr val="F4F3EB"/>
                </a:solidFill>
                <a:latin typeface="Arial"/>
                <a:ea typeface="Arial"/>
                <a:cs typeface="Arial"/>
              </a:defRPr>
            </a:lvl2pPr>
            <a:lvl3pPr>
              <a:defRPr sz="5925" b="1">
                <a:solidFill>
                  <a:srgbClr val="F4F3EB"/>
                </a:solidFill>
                <a:latin typeface="Arial"/>
                <a:ea typeface="Arial"/>
                <a:cs typeface="Arial"/>
              </a:defRPr>
            </a:lvl3pPr>
            <a:lvl4pPr>
              <a:defRPr sz="5925" b="1">
                <a:solidFill>
                  <a:srgbClr val="F4F3EB"/>
                </a:solidFill>
                <a:latin typeface="Arial"/>
                <a:ea typeface="Arial"/>
                <a:cs typeface="Arial"/>
              </a:defRPr>
            </a:lvl4pPr>
            <a:lvl5pPr>
              <a:defRPr sz="5925" b="1">
                <a:solidFill>
                  <a:srgbClr val="F4F3EB"/>
                </a:solidFill>
                <a:latin typeface="Arial"/>
                <a:ea typeface="Arial"/>
                <a:cs typeface="Arial"/>
              </a:defRPr>
            </a:lvl5pPr>
            <a:lvl6pPr>
              <a:defRPr sz="5925" b="1">
                <a:solidFill>
                  <a:srgbClr val="F4F3EB"/>
                </a:solidFill>
                <a:latin typeface="Arial"/>
                <a:ea typeface="Arial"/>
                <a:cs typeface="Arial"/>
              </a:defRPr>
            </a:lvl6pPr>
            <a:lvl7pPr>
              <a:defRPr sz="5925" b="1">
                <a:solidFill>
                  <a:srgbClr val="F4F3EB"/>
                </a:solidFill>
                <a:latin typeface="Arial"/>
                <a:ea typeface="Arial"/>
                <a:cs typeface="Arial"/>
              </a:defRPr>
            </a:lvl7pPr>
            <a:lvl8pPr>
              <a:defRPr sz="5925" b="1">
                <a:solidFill>
                  <a:srgbClr val="F4F3EB"/>
                </a:solidFill>
                <a:latin typeface="Arial"/>
                <a:ea typeface="Arial"/>
                <a:cs typeface="Arial"/>
              </a:defRPr>
            </a:lvl8pPr>
            <a:lvl9pPr>
              <a:defRPr sz="5925" b="1">
                <a:solidFill>
                  <a:srgbClr val="F4F3EB"/>
                </a:solidFill>
                <a:latin typeface="Arial"/>
                <a:ea typeface="Arial"/>
                <a:cs typeface="Arial"/>
              </a:defRPr>
            </a:lvl9pPr>
          </a:lstStyle>
          <a:p xmlns:a="http://schemas.openxmlformats.org/drawingml/2006/main">
            <a:pPr>
              <a:defRPr sz="5925" b="1">
                <a:solidFill>
                  <a:srgbClr val="F4F3EB"/>
                </a:solidFill>
                <a:latin typeface="Arial"/>
                <a:ea typeface="Arial"/>
                <a:cs typeface="Arial"/>
              </a:defRPr>
            </a:pPr>
            <a:r>
              <a:rPr sz="5925" b="1">
                <a:solidFill>
                  <a:srgbClr val="F4F3EB"/>
                </a:solidFill>
                <a:latin typeface="Arial"/>
                <a:ea typeface="Arial"/>
                <a:cs typeface="Arial"/>
              </a:rPr>
              <a:t>ZeroWatt</a:t>
            </a:r>
          </a:p>
          <a:p xmlns:a="http://schemas.openxmlformats.org/drawingml/2006/main">
            <a:pPr>
              <a:defRPr sz="5925" b="1">
                <a:solidFill>
                  <a:srgbClr val="F4F3EB"/>
                </a:solidFill>
                <a:latin typeface="Arial"/>
                <a:ea typeface="Arial"/>
                <a:cs typeface="Arial"/>
              </a:defRPr>
            </a:pPr>
            <a:r>
              <a:rPr sz="5925" b="1">
                <a:solidFill>
                  <a:srgbClr val="F4F3EB"/>
                </a:solidFill>
                <a:latin typeface="Arial"/>
                <a:ea typeface="Arial"/>
                <a:cs typeface="Arial"/>
              </a:rPr>
              <a:t>Wind</a:t>
            </a:r>
          </a:p>
        </p:txBody>
      </p:sp>
      <p:sp>
        <p:nvSpPr>
          <p:cNvPr id="5" name="Harvest the wind.&#10;Deliver the motion.">
            <a:extLst xmlns:a="http://schemas.openxmlformats.org/drawingml/2006/main">
              <a:ext uri="{FF2B5EF4-FFF2-40B4-BE49-F238E27FC236}">
                <a16:creationId xmlns:a16="http://schemas.microsoft.com/office/drawing/2014/main" id="{EE12E1EC-3083-41CF-BFCE-C1E425898AC9}"/>
              </a:ext>
            </a:extLst>
          </p:cNvPr>
          <p:cNvSpPr>
            <a:spLocks xmlns:a="http://schemas.openxmlformats.org/drawingml/2006/main" noGrp="1"/>
          </p:cNvSpPr>
          <p:nvPr/>
        </p:nvSpPr>
        <p:spPr>
          <a:xfrm xmlns:a="http://schemas.openxmlformats.org/drawingml/2006/main">
            <a:off x="638175" y="3181350"/>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C5DD9A"/>
                </a:solidFill>
                <a:latin typeface="Arial"/>
                <a:ea typeface="Arial"/>
                <a:cs typeface="Arial"/>
              </a:defRPr>
            </a:defPPr>
            <a:lvl1pPr>
              <a:defRPr sz="2400" b="0">
                <a:solidFill>
                  <a:srgbClr val="C5DD9A"/>
                </a:solidFill>
                <a:latin typeface="Arial"/>
                <a:ea typeface="Arial"/>
                <a:cs typeface="Arial"/>
              </a:defRPr>
            </a:lvl1pPr>
            <a:lvl2pPr>
              <a:defRPr sz="2400" b="0">
                <a:solidFill>
                  <a:srgbClr val="C5DD9A"/>
                </a:solidFill>
                <a:latin typeface="Arial"/>
                <a:ea typeface="Arial"/>
                <a:cs typeface="Arial"/>
              </a:defRPr>
            </a:lvl2pPr>
            <a:lvl3pPr>
              <a:defRPr sz="2400" b="0">
                <a:solidFill>
                  <a:srgbClr val="C5DD9A"/>
                </a:solidFill>
                <a:latin typeface="Arial"/>
                <a:ea typeface="Arial"/>
                <a:cs typeface="Arial"/>
              </a:defRPr>
            </a:lvl3pPr>
            <a:lvl4pPr>
              <a:defRPr sz="2400" b="0">
                <a:solidFill>
                  <a:srgbClr val="C5DD9A"/>
                </a:solidFill>
                <a:latin typeface="Arial"/>
                <a:ea typeface="Arial"/>
                <a:cs typeface="Arial"/>
              </a:defRPr>
            </a:lvl4pPr>
            <a:lvl5pPr>
              <a:defRPr sz="2400" b="0">
                <a:solidFill>
                  <a:srgbClr val="C5DD9A"/>
                </a:solidFill>
                <a:latin typeface="Arial"/>
                <a:ea typeface="Arial"/>
                <a:cs typeface="Arial"/>
              </a:defRPr>
            </a:lvl5pPr>
            <a:lvl6pPr>
              <a:defRPr sz="2400" b="0">
                <a:solidFill>
                  <a:srgbClr val="C5DD9A"/>
                </a:solidFill>
                <a:latin typeface="Arial"/>
                <a:ea typeface="Arial"/>
                <a:cs typeface="Arial"/>
              </a:defRPr>
            </a:lvl6pPr>
            <a:lvl7pPr>
              <a:defRPr sz="2400" b="0">
                <a:solidFill>
                  <a:srgbClr val="C5DD9A"/>
                </a:solidFill>
                <a:latin typeface="Arial"/>
                <a:ea typeface="Arial"/>
                <a:cs typeface="Arial"/>
              </a:defRPr>
            </a:lvl7pPr>
            <a:lvl8pPr>
              <a:defRPr sz="2400" b="0">
                <a:solidFill>
                  <a:srgbClr val="C5DD9A"/>
                </a:solidFill>
                <a:latin typeface="Arial"/>
                <a:ea typeface="Arial"/>
                <a:cs typeface="Arial"/>
              </a:defRPr>
            </a:lvl8pPr>
            <a:lvl9pPr>
              <a:defRPr sz="2400" b="0">
                <a:solidFill>
                  <a:srgbClr val="C5DD9A"/>
                </a:solidFill>
                <a:latin typeface="Arial"/>
                <a:ea typeface="Arial"/>
                <a:cs typeface="Arial"/>
              </a:defRPr>
            </a:lvl9pPr>
          </a:lstStyle>
          <a:p xmlns:a="http://schemas.openxmlformats.org/drawingml/2006/main">
            <a:pPr>
              <a:defRPr sz="2400" b="0">
                <a:solidFill>
                  <a:srgbClr val="C5DD9A"/>
                </a:solidFill>
                <a:latin typeface="Arial"/>
                <a:ea typeface="Arial"/>
                <a:cs typeface="Arial"/>
              </a:defRPr>
            </a:pPr>
            <a:r>
              <a:rPr sz="2400" b="0">
                <a:solidFill>
                  <a:srgbClr val="C5DD9A"/>
                </a:solidFill>
                <a:latin typeface="Arial"/>
                <a:ea typeface="Arial"/>
                <a:cs typeface="Arial"/>
              </a:rPr>
              <a:t>Harvest the wind.</a:t>
            </a:r>
          </a:p>
          <a:p xmlns:a="http://schemas.openxmlformats.org/drawingml/2006/main">
            <a:pPr>
              <a:defRPr sz="2400" b="0">
                <a:solidFill>
                  <a:srgbClr val="C5DD9A"/>
                </a:solidFill>
                <a:latin typeface="Arial"/>
                <a:ea typeface="Arial"/>
                <a:cs typeface="Arial"/>
              </a:defRPr>
            </a:pPr>
            <a:r>
              <a:rPr sz="2400" b="0">
                <a:solidFill>
                  <a:srgbClr val="C5DD9A"/>
                </a:solidFill>
                <a:latin typeface="Arial"/>
                <a:ea typeface="Arial"/>
                <a:cs typeface="Arial"/>
              </a:rPr>
              <a:t>Deliver the motion.</a:t>
            </a:r>
          </a:p>
        </p:txBody>
      </p:sp>
      <p:sp>
        <p:nvSpPr>
          <p:cNvPr id="6" name="Wind-driven ventilation&#10;and pond aeration">
            <a:extLst xmlns:a="http://schemas.openxmlformats.org/drawingml/2006/main">
              <a:ext uri="{FF2B5EF4-FFF2-40B4-BE49-F238E27FC236}">
                <a16:creationId xmlns:a16="http://schemas.microsoft.com/office/drawing/2014/main" id="{BF5F04F1-8960-4C71-AA58-910C7163B813}"/>
              </a:ext>
            </a:extLst>
          </p:cNvPr>
          <p:cNvSpPr>
            <a:spLocks xmlns:a="http://schemas.openxmlformats.org/drawingml/2006/main" noGrp="1"/>
          </p:cNvSpPr>
          <p:nvPr/>
        </p:nvSpPr>
        <p:spPr>
          <a:xfrm xmlns:a="http://schemas.openxmlformats.org/drawingml/2006/main">
            <a:off x="638175" y="4457700"/>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4F3EB"/>
                </a:solidFill>
                <a:latin typeface="Arial"/>
                <a:ea typeface="Arial"/>
                <a:cs typeface="Arial"/>
              </a:defRPr>
            </a:defPPr>
            <a:lvl1pPr>
              <a:defRPr sz="2100" b="0">
                <a:solidFill>
                  <a:srgbClr val="F4F3EB"/>
                </a:solidFill>
                <a:latin typeface="Arial"/>
                <a:ea typeface="Arial"/>
                <a:cs typeface="Arial"/>
              </a:defRPr>
            </a:lvl1pPr>
            <a:lvl2pPr>
              <a:defRPr sz="2100" b="0">
                <a:solidFill>
                  <a:srgbClr val="F4F3EB"/>
                </a:solidFill>
                <a:latin typeface="Arial"/>
                <a:ea typeface="Arial"/>
                <a:cs typeface="Arial"/>
              </a:defRPr>
            </a:lvl2pPr>
            <a:lvl3pPr>
              <a:defRPr sz="2100" b="0">
                <a:solidFill>
                  <a:srgbClr val="F4F3EB"/>
                </a:solidFill>
                <a:latin typeface="Arial"/>
                <a:ea typeface="Arial"/>
                <a:cs typeface="Arial"/>
              </a:defRPr>
            </a:lvl3pPr>
            <a:lvl4pPr>
              <a:defRPr sz="2100" b="0">
                <a:solidFill>
                  <a:srgbClr val="F4F3EB"/>
                </a:solidFill>
                <a:latin typeface="Arial"/>
                <a:ea typeface="Arial"/>
                <a:cs typeface="Arial"/>
              </a:defRPr>
            </a:lvl4pPr>
            <a:lvl5pPr>
              <a:defRPr sz="2100" b="0">
                <a:solidFill>
                  <a:srgbClr val="F4F3EB"/>
                </a:solidFill>
                <a:latin typeface="Arial"/>
                <a:ea typeface="Arial"/>
                <a:cs typeface="Arial"/>
              </a:defRPr>
            </a:lvl5pPr>
            <a:lvl6pPr>
              <a:defRPr sz="2100" b="0">
                <a:solidFill>
                  <a:srgbClr val="F4F3EB"/>
                </a:solidFill>
                <a:latin typeface="Arial"/>
                <a:ea typeface="Arial"/>
                <a:cs typeface="Arial"/>
              </a:defRPr>
            </a:lvl6pPr>
            <a:lvl7pPr>
              <a:defRPr sz="2100" b="0">
                <a:solidFill>
                  <a:srgbClr val="F4F3EB"/>
                </a:solidFill>
                <a:latin typeface="Arial"/>
                <a:ea typeface="Arial"/>
                <a:cs typeface="Arial"/>
              </a:defRPr>
            </a:lvl7pPr>
            <a:lvl8pPr>
              <a:defRPr sz="2100" b="0">
                <a:solidFill>
                  <a:srgbClr val="F4F3EB"/>
                </a:solidFill>
                <a:latin typeface="Arial"/>
                <a:ea typeface="Arial"/>
                <a:cs typeface="Arial"/>
              </a:defRPr>
            </a:lvl8pPr>
            <a:lvl9pPr>
              <a:defRPr sz="2100" b="0">
                <a:solidFill>
                  <a:srgbClr val="F4F3EB"/>
                </a:solidFill>
                <a:latin typeface="Arial"/>
                <a:ea typeface="Arial"/>
                <a:cs typeface="Arial"/>
              </a:defRPr>
            </a:lvl9pPr>
          </a:lstStyle>
          <a:p xmlns:a="http://schemas.openxmlformats.org/drawingml/2006/main">
            <a:pPr>
              <a:defRPr sz="2100" b="0">
                <a:solidFill>
                  <a:srgbClr val="F4F3EB"/>
                </a:solidFill>
                <a:latin typeface="Arial"/>
                <a:ea typeface="Arial"/>
                <a:cs typeface="Arial"/>
              </a:defRPr>
            </a:pPr>
            <a:r>
              <a:rPr sz="2100" b="0">
                <a:solidFill>
                  <a:srgbClr val="F4F3EB"/>
                </a:solidFill>
                <a:latin typeface="Arial"/>
                <a:ea typeface="Arial"/>
                <a:cs typeface="Arial"/>
              </a:rPr>
              <a:t>Wind-driven ventilation</a:t>
            </a:r>
          </a:p>
          <a:p xmlns:a="http://schemas.openxmlformats.org/drawingml/2006/main">
            <a:pPr>
              <a:defRPr sz="2100" b="0">
                <a:solidFill>
                  <a:srgbClr val="F4F3EB"/>
                </a:solidFill>
                <a:latin typeface="Arial"/>
                <a:ea typeface="Arial"/>
                <a:cs typeface="Arial"/>
              </a:defRPr>
            </a:pPr>
            <a:r>
              <a:rPr sz="2100" b="0">
                <a:solidFill>
                  <a:srgbClr val="F4F3EB"/>
                </a:solidFill>
                <a:latin typeface="Arial"/>
                <a:ea typeface="Arial"/>
                <a:cs typeface="Arial"/>
              </a:rPr>
              <a:t>and pond aeration</a:t>
            </a:r>
          </a:p>
        </p:txBody>
      </p:sp>
      <p:sp>
        <p:nvSpPr>
          <p:cNvPr id="7" name="Islamic University of Technology&#10;Bangladesh">
            <a:extLst xmlns:a="http://schemas.openxmlformats.org/drawingml/2006/main">
              <a:ext uri="{FF2B5EF4-FFF2-40B4-BE49-F238E27FC236}">
                <a16:creationId xmlns:a16="http://schemas.microsoft.com/office/drawing/2014/main" id="{151445C3-98A8-485D-923A-10CD51903DC2}"/>
              </a:ext>
            </a:extLst>
          </p:cNvPr>
          <p:cNvSpPr>
            <a:spLocks xmlns:a="http://schemas.openxmlformats.org/drawingml/2006/main" noGrp="1"/>
          </p:cNvSpPr>
          <p:nvPr/>
        </p:nvSpPr>
        <p:spPr>
          <a:xfrm xmlns:a="http://schemas.openxmlformats.org/drawingml/2006/main">
            <a:off x="638175" y="5924550"/>
            <a:ext cx="457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EC0B1"/>
                </a:solidFill>
                <a:latin typeface="Arial"/>
                <a:ea typeface="Arial"/>
                <a:cs typeface="Arial"/>
              </a:defRPr>
            </a:defPPr>
            <a:lvl1pPr>
              <a:defRPr sz="1500" b="0">
                <a:solidFill>
                  <a:srgbClr val="AEC0B1"/>
                </a:solidFill>
                <a:latin typeface="Arial"/>
                <a:ea typeface="Arial"/>
                <a:cs typeface="Arial"/>
              </a:defRPr>
            </a:lvl1pPr>
            <a:lvl2pPr>
              <a:defRPr sz="1500" b="0">
                <a:solidFill>
                  <a:srgbClr val="AEC0B1"/>
                </a:solidFill>
                <a:latin typeface="Arial"/>
                <a:ea typeface="Arial"/>
                <a:cs typeface="Arial"/>
              </a:defRPr>
            </a:lvl2pPr>
            <a:lvl3pPr>
              <a:defRPr sz="1500" b="0">
                <a:solidFill>
                  <a:srgbClr val="AEC0B1"/>
                </a:solidFill>
                <a:latin typeface="Arial"/>
                <a:ea typeface="Arial"/>
                <a:cs typeface="Arial"/>
              </a:defRPr>
            </a:lvl3pPr>
            <a:lvl4pPr>
              <a:defRPr sz="1500" b="0">
                <a:solidFill>
                  <a:srgbClr val="AEC0B1"/>
                </a:solidFill>
                <a:latin typeface="Arial"/>
                <a:ea typeface="Arial"/>
                <a:cs typeface="Arial"/>
              </a:defRPr>
            </a:lvl4pPr>
            <a:lvl5pPr>
              <a:defRPr sz="1500" b="0">
                <a:solidFill>
                  <a:srgbClr val="AEC0B1"/>
                </a:solidFill>
                <a:latin typeface="Arial"/>
                <a:ea typeface="Arial"/>
                <a:cs typeface="Arial"/>
              </a:defRPr>
            </a:lvl5pPr>
            <a:lvl6pPr>
              <a:defRPr sz="1500" b="0">
                <a:solidFill>
                  <a:srgbClr val="AEC0B1"/>
                </a:solidFill>
                <a:latin typeface="Arial"/>
                <a:ea typeface="Arial"/>
                <a:cs typeface="Arial"/>
              </a:defRPr>
            </a:lvl6pPr>
            <a:lvl7pPr>
              <a:defRPr sz="1500" b="0">
                <a:solidFill>
                  <a:srgbClr val="AEC0B1"/>
                </a:solidFill>
                <a:latin typeface="Arial"/>
                <a:ea typeface="Arial"/>
                <a:cs typeface="Arial"/>
              </a:defRPr>
            </a:lvl7pPr>
            <a:lvl8pPr>
              <a:defRPr sz="1500" b="0">
                <a:solidFill>
                  <a:srgbClr val="AEC0B1"/>
                </a:solidFill>
                <a:latin typeface="Arial"/>
                <a:ea typeface="Arial"/>
                <a:cs typeface="Arial"/>
              </a:defRPr>
            </a:lvl8pPr>
            <a:lvl9pPr>
              <a:defRPr sz="1500" b="0">
                <a:solidFill>
                  <a:srgbClr val="AEC0B1"/>
                </a:solidFill>
                <a:latin typeface="Arial"/>
                <a:ea typeface="Arial"/>
                <a:cs typeface="Arial"/>
              </a:defRPr>
            </a:lvl9pPr>
          </a:lstStyle>
          <a:p xmlns:a="http://schemas.openxmlformats.org/drawingml/2006/main">
            <a:pPr>
              <a:defRPr sz="1500" b="0">
                <a:solidFill>
                  <a:srgbClr val="AEC0B1"/>
                </a:solidFill>
                <a:latin typeface="Arial"/>
                <a:ea typeface="Arial"/>
                <a:cs typeface="Arial"/>
              </a:defRPr>
            </a:pPr>
            <a:r>
              <a:rPr sz="1500" b="0">
                <a:solidFill>
                  <a:srgbClr val="AEC0B1"/>
                </a:solidFill>
                <a:latin typeface="Arial"/>
                <a:ea typeface="Arial"/>
                <a:cs typeface="Arial"/>
              </a:rPr>
              <a:t>Islamic University of Technology</a:t>
            </a:r>
          </a:p>
          <a:p xmlns:a="http://schemas.openxmlformats.org/drawingml/2006/main">
            <a:pPr>
              <a:defRPr sz="1500" b="0">
                <a:solidFill>
                  <a:srgbClr val="AEC0B1"/>
                </a:solidFill>
                <a:latin typeface="Arial"/>
                <a:ea typeface="Arial"/>
                <a:cs typeface="Arial"/>
              </a:defRPr>
            </a:pPr>
            <a:r>
              <a:rPr sz="1500" b="0">
                <a:solidFill>
                  <a:srgbClr val="AEC0B1"/>
                </a:solidFill>
                <a:latin typeface="Arial"/>
                <a:ea typeface="Arial"/>
                <a:cs typeface="Arial"/>
              </a:rPr>
              <a:t>Bangladesh</a:t>
            </a:r>
          </a:p>
        </p:txBody>
      </p:sp>
    </p:spTree>
    <p:extLst>
      <p:ext uri="{BB962C8B-B14F-4D97-AF65-F5344CB8AC3E}">
        <p14:creationId xmlns:p14="http://schemas.microsoft.com/office/powerpoint/2010/main" val="893990325"/>
      </p:ext>
    </p:extLst>
  </p:cSld>
</p:sld>
</file>

<file path=ppt/slides/slide2.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sp>
        <p:nvSpPr>
          <p:cNvPr id="2" name="The urban airflow problem">
            <a:extLst xmlns:a="http://schemas.openxmlformats.org/drawingml/2006/main">
              <a:ext uri="{FF2B5EF4-FFF2-40B4-BE49-F238E27FC236}">
                <a16:creationId xmlns:a16="http://schemas.microsoft.com/office/drawing/2014/main" id="{291541FF-2D26-4711-81BB-885F5E981F85}"/>
              </a:ext>
            </a:extLst>
          </p:cNvPr>
          <p:cNvSpPr>
            <a:spLocks xmlns:a="http://schemas.openxmlformats.org/drawingml/2006/main" noGrp="1"/>
          </p:cNvSpPr>
          <p:nvPr/>
        </p:nvSpPr>
        <p:spPr>
          <a:xfrm xmlns:a="http://schemas.openxmlformats.org/drawingml/2006/main">
            <a:off x="609600" y="428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D23"/>
                </a:solidFill>
                <a:latin typeface="Arial"/>
                <a:ea typeface="Arial"/>
                <a:cs typeface="Arial"/>
              </a:defRPr>
            </a:defPPr>
            <a:lvl1pPr>
              <a:defRPr sz="3300" b="1">
                <a:solidFill>
                  <a:srgbClr val="162D23"/>
                </a:solidFill>
                <a:latin typeface="Arial"/>
                <a:ea typeface="Arial"/>
                <a:cs typeface="Arial"/>
              </a:defRPr>
            </a:lvl1pPr>
            <a:lvl2pPr>
              <a:defRPr sz="3300" b="1">
                <a:solidFill>
                  <a:srgbClr val="162D23"/>
                </a:solidFill>
                <a:latin typeface="Arial"/>
                <a:ea typeface="Arial"/>
                <a:cs typeface="Arial"/>
              </a:defRPr>
            </a:lvl2pPr>
            <a:lvl3pPr>
              <a:defRPr sz="3300" b="1">
                <a:solidFill>
                  <a:srgbClr val="162D23"/>
                </a:solidFill>
                <a:latin typeface="Arial"/>
                <a:ea typeface="Arial"/>
                <a:cs typeface="Arial"/>
              </a:defRPr>
            </a:lvl3pPr>
            <a:lvl4pPr>
              <a:defRPr sz="3300" b="1">
                <a:solidFill>
                  <a:srgbClr val="162D23"/>
                </a:solidFill>
                <a:latin typeface="Arial"/>
                <a:ea typeface="Arial"/>
                <a:cs typeface="Arial"/>
              </a:defRPr>
            </a:lvl4pPr>
            <a:lvl5pPr>
              <a:defRPr sz="3300" b="1">
                <a:solidFill>
                  <a:srgbClr val="162D23"/>
                </a:solidFill>
                <a:latin typeface="Arial"/>
                <a:ea typeface="Arial"/>
                <a:cs typeface="Arial"/>
              </a:defRPr>
            </a:lvl5pPr>
            <a:lvl6pPr>
              <a:defRPr sz="3300" b="1">
                <a:solidFill>
                  <a:srgbClr val="162D23"/>
                </a:solidFill>
                <a:latin typeface="Arial"/>
                <a:ea typeface="Arial"/>
                <a:cs typeface="Arial"/>
              </a:defRPr>
            </a:lvl6pPr>
            <a:lvl7pPr>
              <a:defRPr sz="3300" b="1">
                <a:solidFill>
                  <a:srgbClr val="162D23"/>
                </a:solidFill>
                <a:latin typeface="Arial"/>
                <a:ea typeface="Arial"/>
                <a:cs typeface="Arial"/>
              </a:defRPr>
            </a:lvl7pPr>
            <a:lvl8pPr>
              <a:defRPr sz="3300" b="1">
                <a:solidFill>
                  <a:srgbClr val="162D23"/>
                </a:solidFill>
                <a:latin typeface="Arial"/>
                <a:ea typeface="Arial"/>
                <a:cs typeface="Arial"/>
              </a:defRPr>
            </a:lvl8pPr>
            <a:lvl9pPr>
              <a:defRPr sz="3300" b="1">
                <a:solidFill>
                  <a:srgbClr val="162D23"/>
                </a:solidFill>
                <a:latin typeface="Arial"/>
                <a:ea typeface="Arial"/>
                <a:cs typeface="Arial"/>
              </a:defRPr>
            </a:lvl9pPr>
          </a:lstStyle>
          <a:p xmlns:a="http://schemas.openxmlformats.org/drawingml/2006/main">
            <a:pPr>
              <a:defRPr sz="3300" b="1">
                <a:solidFill>
                  <a:srgbClr val="162D23"/>
                </a:solidFill>
                <a:latin typeface="Arial"/>
                <a:ea typeface="Arial"/>
                <a:cs typeface="Arial"/>
              </a:defRPr>
            </a:pPr>
            <a:r>
              <a:rPr sz="3300" b="1">
                <a:solidFill>
                  <a:srgbClr val="162D23"/>
                </a:solidFill>
                <a:latin typeface="Arial"/>
                <a:ea typeface="Arial"/>
                <a:cs typeface="Arial"/>
              </a:rPr>
              <a:t>The urban airflow problem</a:t>
            </a:r>
          </a:p>
        </p:txBody>
      </p:sp>
      <p:sp>
        <p:nvSpPr>
          <p:cNvPr id="3" name="02">
            <a:extLst xmlns:a="http://schemas.openxmlformats.org/drawingml/2006/main">
              <a:ext uri="{FF2B5EF4-FFF2-40B4-BE49-F238E27FC236}">
                <a16:creationId xmlns:a16="http://schemas.microsoft.com/office/drawing/2014/main" id="{AA637F5C-BD71-4ABC-8DD1-34F71BF90133}"/>
              </a:ext>
            </a:extLst>
          </p:cNvPr>
          <p:cNvSpPr>
            <a:spLocks xmlns:a="http://schemas.openxmlformats.org/drawingml/2006/main" noGrp="1"/>
          </p:cNvSpPr>
          <p:nvPr/>
        </p:nvSpPr>
        <p:spPr>
          <a:xfrm xmlns:a="http://schemas.openxmlformats.org/drawingml/2006/main">
            <a:off x="11077575" y="628650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Arial"/>
                <a:ea typeface="Arial"/>
                <a:cs typeface="Arial"/>
              </a:defRPr>
            </a:defPPr>
            <a:lvl1pPr>
              <a:defRPr sz="1275" b="0">
                <a:solidFill>
                  <a:srgbClr val="53645A"/>
                </a:solidFill>
                <a:latin typeface="Arial"/>
                <a:ea typeface="Arial"/>
                <a:cs typeface="Arial"/>
              </a:defRPr>
            </a:lvl1pPr>
            <a:lvl2pPr>
              <a:defRPr sz="1275" b="0">
                <a:solidFill>
                  <a:srgbClr val="53645A"/>
                </a:solidFill>
                <a:latin typeface="Arial"/>
                <a:ea typeface="Arial"/>
                <a:cs typeface="Arial"/>
              </a:defRPr>
            </a:lvl2pPr>
            <a:lvl3pPr>
              <a:defRPr sz="1275" b="0">
                <a:solidFill>
                  <a:srgbClr val="53645A"/>
                </a:solidFill>
                <a:latin typeface="Arial"/>
                <a:ea typeface="Arial"/>
                <a:cs typeface="Arial"/>
              </a:defRPr>
            </a:lvl3pPr>
            <a:lvl4pPr>
              <a:defRPr sz="1275" b="0">
                <a:solidFill>
                  <a:srgbClr val="53645A"/>
                </a:solidFill>
                <a:latin typeface="Arial"/>
                <a:ea typeface="Arial"/>
                <a:cs typeface="Arial"/>
              </a:defRPr>
            </a:lvl4pPr>
            <a:lvl5pPr>
              <a:defRPr sz="1275" b="0">
                <a:solidFill>
                  <a:srgbClr val="53645A"/>
                </a:solidFill>
                <a:latin typeface="Arial"/>
                <a:ea typeface="Arial"/>
                <a:cs typeface="Arial"/>
              </a:defRPr>
            </a:lvl5pPr>
            <a:lvl6pPr>
              <a:defRPr sz="1275" b="0">
                <a:solidFill>
                  <a:srgbClr val="53645A"/>
                </a:solidFill>
                <a:latin typeface="Arial"/>
                <a:ea typeface="Arial"/>
                <a:cs typeface="Arial"/>
              </a:defRPr>
            </a:lvl6pPr>
            <a:lvl7pPr>
              <a:defRPr sz="1275" b="0">
                <a:solidFill>
                  <a:srgbClr val="53645A"/>
                </a:solidFill>
                <a:latin typeface="Arial"/>
                <a:ea typeface="Arial"/>
                <a:cs typeface="Arial"/>
              </a:defRPr>
            </a:lvl7pPr>
            <a:lvl8pPr>
              <a:defRPr sz="1275" b="0">
                <a:solidFill>
                  <a:srgbClr val="53645A"/>
                </a:solidFill>
                <a:latin typeface="Arial"/>
                <a:ea typeface="Arial"/>
                <a:cs typeface="Arial"/>
              </a:defRPr>
            </a:lvl8pPr>
            <a:lvl9pPr>
              <a:defRPr sz="1275" b="0">
                <a:solidFill>
                  <a:srgbClr val="53645A"/>
                </a:solidFill>
                <a:latin typeface="Arial"/>
                <a:ea typeface="Arial"/>
                <a:cs typeface="Arial"/>
              </a:defRPr>
            </a:lvl9pPr>
          </a:lstStyle>
          <a:p xmlns:a="http://schemas.openxmlformats.org/drawingml/2006/main">
            <a:pPr>
              <a:defRPr sz="1275" b="0">
                <a:solidFill>
                  <a:srgbClr val="53645A"/>
                </a:solidFill>
                <a:latin typeface="Arial"/>
                <a:ea typeface="Arial"/>
                <a:cs typeface="Arial"/>
              </a:defRPr>
            </a:pPr>
            <a:r>
              <a:rPr sz="1275" b="0">
                <a:solidFill>
                  <a:srgbClr val="53645A"/>
                </a:solidFill>
                <a:latin typeface="Arial"/>
                <a:ea typeface="Arial"/>
                <a:cs typeface="Arial"/>
              </a:rPr>
              <a:t>02</a:t>
            </a:r>
          </a:p>
        </p:txBody>
      </p:sp>
      <p:pic>
        <p:nvPicPr>
          <p:cNvPr id="4" name="">
            <a:extLst xmlns:a="http://schemas.openxmlformats.org/drawingml/2006/main">
              <a:ext uri="{FF2B5EF4-FFF2-40B4-BE49-F238E27FC236}">
                <a16:creationId xmlns:a16="http://schemas.microsoft.com/office/drawing/2014/main" id="{01A64908-FBC4-449A-94C3-292BADD37C66}"/>
              </a:ext>
            </a:extLst>
          </p:cNvPr>
          <p:cNvPicPr>
            <a:picLocks xmlns:a="http://schemas.openxmlformats.org/drawingml/2006/main" noChangeAspect="1"/>
          </p:cNvPicPr>
          <p:nvPr/>
        </p:nvPicPr>
        <p:blipFill>
          <a:blip xmlns:r="http://schemas.openxmlformats.org/officeDocument/2006/relationships" xmlns:a="http://schemas.openxmlformats.org/drawingml/2006/main" r:embed="R585fac8c1d4348e7"/>
          <a:srcRect xmlns:a="http://schemas.openxmlformats.org/drawingml/2006/main" l="11376" t="0" r="11376" b="0"/>
          <a:stretch xmlns:a="http://schemas.openxmlformats.org/drawingml/2006/main">
            <a:fillRect l="0" t="0" r="0" b="0"/>
          </a:stretch>
        </p:blipFill>
        <p:spPr>
          <a:xfrm xmlns:a="http://schemas.openxmlformats.org/drawingml/2006/main">
            <a:off x="6334125" y="1619250"/>
            <a:ext cx="5238750" cy="4238625"/>
          </a:xfrm>
          <a:prstGeom xmlns:a="http://schemas.openxmlformats.org/drawingml/2006/main" prst="rect">
            <a:avLst/>
          </a:prstGeom>
        </p:spPr>
      </p:pic>
      <p:sp>
        <p:nvSpPr>
          <p:cNvPr id="5" name="Inside buildings">
            <a:extLst xmlns:a="http://schemas.openxmlformats.org/drawingml/2006/main">
              <a:ext uri="{FF2B5EF4-FFF2-40B4-BE49-F238E27FC236}">
                <a16:creationId xmlns:a16="http://schemas.microsoft.com/office/drawing/2014/main" id="{8AD9A9A5-F16E-4516-93C8-10EFCA17CAFB}"/>
              </a:ext>
            </a:extLst>
          </p:cNvPr>
          <p:cNvSpPr>
            <a:spLocks xmlns:a="http://schemas.openxmlformats.org/drawingml/2006/main" noGrp="1"/>
          </p:cNvSpPr>
          <p:nvPr/>
        </p:nvSpPr>
        <p:spPr>
          <a:xfrm xmlns:a="http://schemas.openxmlformats.org/drawingml/2006/main">
            <a:off x="628650" y="17907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9392E"/>
                </a:solidFill>
                <a:latin typeface="Arial"/>
                <a:ea typeface="Arial"/>
                <a:cs typeface="Arial"/>
              </a:defRPr>
            </a:defPPr>
            <a:lvl1pPr>
              <a:defRPr sz="2400" b="1">
                <a:solidFill>
                  <a:srgbClr val="19392E"/>
                </a:solidFill>
                <a:latin typeface="Arial"/>
                <a:ea typeface="Arial"/>
                <a:cs typeface="Arial"/>
              </a:defRPr>
            </a:lvl1pPr>
            <a:lvl2pPr>
              <a:defRPr sz="2400" b="1">
                <a:solidFill>
                  <a:srgbClr val="19392E"/>
                </a:solidFill>
                <a:latin typeface="Arial"/>
                <a:ea typeface="Arial"/>
                <a:cs typeface="Arial"/>
              </a:defRPr>
            </a:lvl2pPr>
            <a:lvl3pPr>
              <a:defRPr sz="2400" b="1">
                <a:solidFill>
                  <a:srgbClr val="19392E"/>
                </a:solidFill>
                <a:latin typeface="Arial"/>
                <a:ea typeface="Arial"/>
                <a:cs typeface="Arial"/>
              </a:defRPr>
            </a:lvl3pPr>
            <a:lvl4pPr>
              <a:defRPr sz="2400" b="1">
                <a:solidFill>
                  <a:srgbClr val="19392E"/>
                </a:solidFill>
                <a:latin typeface="Arial"/>
                <a:ea typeface="Arial"/>
                <a:cs typeface="Arial"/>
              </a:defRPr>
            </a:lvl4pPr>
            <a:lvl5pPr>
              <a:defRPr sz="2400" b="1">
                <a:solidFill>
                  <a:srgbClr val="19392E"/>
                </a:solidFill>
                <a:latin typeface="Arial"/>
                <a:ea typeface="Arial"/>
                <a:cs typeface="Arial"/>
              </a:defRPr>
            </a:lvl5pPr>
            <a:lvl6pPr>
              <a:defRPr sz="2400" b="1">
                <a:solidFill>
                  <a:srgbClr val="19392E"/>
                </a:solidFill>
                <a:latin typeface="Arial"/>
                <a:ea typeface="Arial"/>
                <a:cs typeface="Arial"/>
              </a:defRPr>
            </a:lvl6pPr>
            <a:lvl7pPr>
              <a:defRPr sz="2400" b="1">
                <a:solidFill>
                  <a:srgbClr val="19392E"/>
                </a:solidFill>
                <a:latin typeface="Arial"/>
                <a:ea typeface="Arial"/>
                <a:cs typeface="Arial"/>
              </a:defRPr>
            </a:lvl7pPr>
            <a:lvl8pPr>
              <a:defRPr sz="2400" b="1">
                <a:solidFill>
                  <a:srgbClr val="19392E"/>
                </a:solidFill>
                <a:latin typeface="Arial"/>
                <a:ea typeface="Arial"/>
                <a:cs typeface="Arial"/>
              </a:defRPr>
            </a:lvl8pPr>
            <a:lvl9pPr>
              <a:defRPr sz="2400" b="1">
                <a:solidFill>
                  <a:srgbClr val="19392E"/>
                </a:solidFill>
                <a:latin typeface="Arial"/>
                <a:ea typeface="Arial"/>
                <a:cs typeface="Arial"/>
              </a:defRPr>
            </a:lvl9pPr>
          </a:lstStyle>
          <a:p xmlns:a="http://schemas.openxmlformats.org/drawingml/2006/main">
            <a:pPr>
              <a:defRPr sz="2400" b="1">
                <a:solidFill>
                  <a:srgbClr val="19392E"/>
                </a:solidFill>
                <a:latin typeface="Arial"/>
                <a:ea typeface="Arial"/>
                <a:cs typeface="Arial"/>
              </a:defRPr>
            </a:pPr>
            <a:r>
              <a:rPr sz="2400" b="1">
                <a:solidFill>
                  <a:srgbClr val="19392E"/>
                </a:solidFill>
                <a:latin typeface="Arial"/>
                <a:ea typeface="Arial"/>
                <a:cs typeface="Arial"/>
              </a:rPr>
              <a:t>Inside buildings</a:t>
            </a:r>
          </a:p>
        </p:txBody>
      </p:sp>
      <p:sp>
        <p:nvSpPr>
          <p:cNvPr id="6" name="Poorly ventilated rooms depend on powered fans. Outages">
            <a:extLst xmlns:a="http://schemas.openxmlformats.org/drawingml/2006/main">
              <a:ext uri="{FF2B5EF4-FFF2-40B4-BE49-F238E27FC236}">
                <a16:creationId xmlns:a16="http://schemas.microsoft.com/office/drawing/2014/main" id="{FD4CE8D3-68DB-4F2D-955D-4EE0719520E9}"/>
              </a:ext>
            </a:extLst>
          </p:cNvPr>
          <p:cNvSpPr>
            <a:spLocks xmlns:a="http://schemas.openxmlformats.org/drawingml/2006/main" noGrp="1"/>
          </p:cNvSpPr>
          <p:nvPr/>
        </p:nvSpPr>
        <p:spPr>
          <a:xfrm xmlns:a="http://schemas.openxmlformats.org/drawingml/2006/main">
            <a:off x="628650" y="2381250"/>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62D23"/>
                </a:solidFill>
                <a:latin typeface="Arial"/>
                <a:ea typeface="Arial"/>
                <a:cs typeface="Arial"/>
              </a:defRPr>
            </a:defPPr>
            <a:lvl1pPr>
              <a:defRPr sz="2175" b="0">
                <a:solidFill>
                  <a:srgbClr val="162D23"/>
                </a:solidFill>
                <a:latin typeface="Arial"/>
                <a:ea typeface="Arial"/>
                <a:cs typeface="Arial"/>
              </a:defRPr>
            </a:lvl1pPr>
            <a:lvl2pPr>
              <a:defRPr sz="2175" b="0">
                <a:solidFill>
                  <a:srgbClr val="162D23"/>
                </a:solidFill>
                <a:latin typeface="Arial"/>
                <a:ea typeface="Arial"/>
                <a:cs typeface="Arial"/>
              </a:defRPr>
            </a:lvl2pPr>
            <a:lvl3pPr>
              <a:defRPr sz="2175" b="0">
                <a:solidFill>
                  <a:srgbClr val="162D23"/>
                </a:solidFill>
                <a:latin typeface="Arial"/>
                <a:ea typeface="Arial"/>
                <a:cs typeface="Arial"/>
              </a:defRPr>
            </a:lvl3pPr>
            <a:lvl4pPr>
              <a:defRPr sz="2175" b="0">
                <a:solidFill>
                  <a:srgbClr val="162D23"/>
                </a:solidFill>
                <a:latin typeface="Arial"/>
                <a:ea typeface="Arial"/>
                <a:cs typeface="Arial"/>
              </a:defRPr>
            </a:lvl4pPr>
            <a:lvl5pPr>
              <a:defRPr sz="2175" b="0">
                <a:solidFill>
                  <a:srgbClr val="162D23"/>
                </a:solidFill>
                <a:latin typeface="Arial"/>
                <a:ea typeface="Arial"/>
                <a:cs typeface="Arial"/>
              </a:defRPr>
            </a:lvl5pPr>
            <a:lvl6pPr>
              <a:defRPr sz="2175" b="0">
                <a:solidFill>
                  <a:srgbClr val="162D23"/>
                </a:solidFill>
                <a:latin typeface="Arial"/>
                <a:ea typeface="Arial"/>
                <a:cs typeface="Arial"/>
              </a:defRPr>
            </a:lvl6pPr>
            <a:lvl7pPr>
              <a:defRPr sz="2175" b="0">
                <a:solidFill>
                  <a:srgbClr val="162D23"/>
                </a:solidFill>
                <a:latin typeface="Arial"/>
                <a:ea typeface="Arial"/>
                <a:cs typeface="Arial"/>
              </a:defRPr>
            </a:lvl7pPr>
            <a:lvl8pPr>
              <a:defRPr sz="2175" b="0">
                <a:solidFill>
                  <a:srgbClr val="162D23"/>
                </a:solidFill>
                <a:latin typeface="Arial"/>
                <a:ea typeface="Arial"/>
                <a:cs typeface="Arial"/>
              </a:defRPr>
            </a:lvl8pPr>
            <a:lvl9pPr>
              <a:defRPr sz="2175" b="0">
                <a:solidFill>
                  <a:srgbClr val="162D23"/>
                </a:solidFill>
                <a:latin typeface="Arial"/>
                <a:ea typeface="Arial"/>
                <a:cs typeface="Arial"/>
              </a:defRPr>
            </a:lvl9pPr>
          </a:lstStyle>
          <a:p xmlns:a="http://schemas.openxmlformats.org/drawingml/2006/main">
            <a:pPr>
              <a:defRPr sz="2175" b="0">
                <a:solidFill>
                  <a:srgbClr val="162D23"/>
                </a:solidFill>
                <a:latin typeface="Arial"/>
                <a:ea typeface="Arial"/>
                <a:cs typeface="Arial"/>
              </a:defRPr>
            </a:pPr>
            <a:r>
              <a:rPr sz="2175" b="0">
                <a:solidFill>
                  <a:srgbClr val="162D23"/>
                </a:solidFill>
                <a:latin typeface="Arial"/>
                <a:ea typeface="Arial"/>
                <a:cs typeface="Arial"/>
              </a:rPr>
              <a:t>Poorly ventilated rooms depend on powered fans. Outages can interrupt air exchange.</a:t>
            </a:r>
          </a:p>
        </p:txBody>
      </p:sp>
      <p:sp>
        <p:nvSpPr>
          <p:cNvPr id="7" name="In urban ponds">
            <a:extLst xmlns:a="http://schemas.openxmlformats.org/drawingml/2006/main">
              <a:ext uri="{FF2B5EF4-FFF2-40B4-BE49-F238E27FC236}">
                <a16:creationId xmlns:a16="http://schemas.microsoft.com/office/drawing/2014/main" id="{86BCD397-39DC-4753-99F4-650A836613BB}"/>
              </a:ext>
            </a:extLst>
          </p:cNvPr>
          <p:cNvSpPr>
            <a:spLocks xmlns:a="http://schemas.openxmlformats.org/drawingml/2006/main" noGrp="1"/>
          </p:cNvSpPr>
          <p:nvPr/>
        </p:nvSpPr>
        <p:spPr>
          <a:xfrm xmlns:a="http://schemas.openxmlformats.org/drawingml/2006/main">
            <a:off x="628650" y="3971925"/>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9392E"/>
                </a:solidFill>
                <a:latin typeface="Arial"/>
                <a:ea typeface="Arial"/>
                <a:cs typeface="Arial"/>
              </a:defRPr>
            </a:defPPr>
            <a:lvl1pPr>
              <a:defRPr sz="2400" b="1">
                <a:solidFill>
                  <a:srgbClr val="19392E"/>
                </a:solidFill>
                <a:latin typeface="Arial"/>
                <a:ea typeface="Arial"/>
                <a:cs typeface="Arial"/>
              </a:defRPr>
            </a:lvl1pPr>
            <a:lvl2pPr>
              <a:defRPr sz="2400" b="1">
                <a:solidFill>
                  <a:srgbClr val="19392E"/>
                </a:solidFill>
                <a:latin typeface="Arial"/>
                <a:ea typeface="Arial"/>
                <a:cs typeface="Arial"/>
              </a:defRPr>
            </a:lvl2pPr>
            <a:lvl3pPr>
              <a:defRPr sz="2400" b="1">
                <a:solidFill>
                  <a:srgbClr val="19392E"/>
                </a:solidFill>
                <a:latin typeface="Arial"/>
                <a:ea typeface="Arial"/>
                <a:cs typeface="Arial"/>
              </a:defRPr>
            </a:lvl3pPr>
            <a:lvl4pPr>
              <a:defRPr sz="2400" b="1">
                <a:solidFill>
                  <a:srgbClr val="19392E"/>
                </a:solidFill>
                <a:latin typeface="Arial"/>
                <a:ea typeface="Arial"/>
                <a:cs typeface="Arial"/>
              </a:defRPr>
            </a:lvl4pPr>
            <a:lvl5pPr>
              <a:defRPr sz="2400" b="1">
                <a:solidFill>
                  <a:srgbClr val="19392E"/>
                </a:solidFill>
                <a:latin typeface="Arial"/>
                <a:ea typeface="Arial"/>
                <a:cs typeface="Arial"/>
              </a:defRPr>
            </a:lvl5pPr>
            <a:lvl6pPr>
              <a:defRPr sz="2400" b="1">
                <a:solidFill>
                  <a:srgbClr val="19392E"/>
                </a:solidFill>
                <a:latin typeface="Arial"/>
                <a:ea typeface="Arial"/>
                <a:cs typeface="Arial"/>
              </a:defRPr>
            </a:lvl6pPr>
            <a:lvl7pPr>
              <a:defRPr sz="2400" b="1">
                <a:solidFill>
                  <a:srgbClr val="19392E"/>
                </a:solidFill>
                <a:latin typeface="Arial"/>
                <a:ea typeface="Arial"/>
                <a:cs typeface="Arial"/>
              </a:defRPr>
            </a:lvl7pPr>
            <a:lvl8pPr>
              <a:defRPr sz="2400" b="1">
                <a:solidFill>
                  <a:srgbClr val="19392E"/>
                </a:solidFill>
                <a:latin typeface="Arial"/>
                <a:ea typeface="Arial"/>
                <a:cs typeface="Arial"/>
              </a:defRPr>
            </a:lvl8pPr>
            <a:lvl9pPr>
              <a:defRPr sz="2400" b="1">
                <a:solidFill>
                  <a:srgbClr val="19392E"/>
                </a:solidFill>
                <a:latin typeface="Arial"/>
                <a:ea typeface="Arial"/>
                <a:cs typeface="Arial"/>
              </a:defRPr>
            </a:lvl9pPr>
          </a:lstStyle>
          <a:p xmlns:a="http://schemas.openxmlformats.org/drawingml/2006/main">
            <a:pPr>
              <a:defRPr sz="2400" b="1">
                <a:solidFill>
                  <a:srgbClr val="19392E"/>
                </a:solidFill>
                <a:latin typeface="Arial"/>
                <a:ea typeface="Arial"/>
                <a:cs typeface="Arial"/>
              </a:defRPr>
            </a:pPr>
            <a:r>
              <a:rPr sz="2400" b="1">
                <a:solidFill>
                  <a:srgbClr val="19392E"/>
                </a:solidFill>
                <a:latin typeface="Arial"/>
                <a:ea typeface="Arial"/>
                <a:cs typeface="Arial"/>
              </a:rPr>
              <a:t>In urban ponds</a:t>
            </a:r>
          </a:p>
        </p:txBody>
      </p:sp>
      <p:sp>
        <p:nvSpPr>
          <p:cNvPr id="8" name="Stagnant water needs mixing and oxygen exchange. Powere">
            <a:extLst xmlns:a="http://schemas.openxmlformats.org/drawingml/2006/main">
              <a:ext uri="{FF2B5EF4-FFF2-40B4-BE49-F238E27FC236}">
                <a16:creationId xmlns:a16="http://schemas.microsoft.com/office/drawing/2014/main" id="{F86C7557-B5CE-44B9-9318-0E7E474C843C}"/>
              </a:ext>
            </a:extLst>
          </p:cNvPr>
          <p:cNvSpPr>
            <a:spLocks xmlns:a="http://schemas.openxmlformats.org/drawingml/2006/main" noGrp="1"/>
          </p:cNvSpPr>
          <p:nvPr/>
        </p:nvSpPr>
        <p:spPr>
          <a:xfrm xmlns:a="http://schemas.openxmlformats.org/drawingml/2006/main">
            <a:off x="628650" y="4562475"/>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62D23"/>
                </a:solidFill>
                <a:latin typeface="Arial"/>
                <a:ea typeface="Arial"/>
                <a:cs typeface="Arial"/>
              </a:defRPr>
            </a:defPPr>
            <a:lvl1pPr>
              <a:defRPr sz="2175" b="0">
                <a:solidFill>
                  <a:srgbClr val="162D23"/>
                </a:solidFill>
                <a:latin typeface="Arial"/>
                <a:ea typeface="Arial"/>
                <a:cs typeface="Arial"/>
              </a:defRPr>
            </a:lvl1pPr>
            <a:lvl2pPr>
              <a:defRPr sz="2175" b="0">
                <a:solidFill>
                  <a:srgbClr val="162D23"/>
                </a:solidFill>
                <a:latin typeface="Arial"/>
                <a:ea typeface="Arial"/>
                <a:cs typeface="Arial"/>
              </a:defRPr>
            </a:lvl2pPr>
            <a:lvl3pPr>
              <a:defRPr sz="2175" b="0">
                <a:solidFill>
                  <a:srgbClr val="162D23"/>
                </a:solidFill>
                <a:latin typeface="Arial"/>
                <a:ea typeface="Arial"/>
                <a:cs typeface="Arial"/>
              </a:defRPr>
            </a:lvl3pPr>
            <a:lvl4pPr>
              <a:defRPr sz="2175" b="0">
                <a:solidFill>
                  <a:srgbClr val="162D23"/>
                </a:solidFill>
                <a:latin typeface="Arial"/>
                <a:ea typeface="Arial"/>
                <a:cs typeface="Arial"/>
              </a:defRPr>
            </a:lvl4pPr>
            <a:lvl5pPr>
              <a:defRPr sz="2175" b="0">
                <a:solidFill>
                  <a:srgbClr val="162D23"/>
                </a:solidFill>
                <a:latin typeface="Arial"/>
                <a:ea typeface="Arial"/>
                <a:cs typeface="Arial"/>
              </a:defRPr>
            </a:lvl5pPr>
            <a:lvl6pPr>
              <a:defRPr sz="2175" b="0">
                <a:solidFill>
                  <a:srgbClr val="162D23"/>
                </a:solidFill>
                <a:latin typeface="Arial"/>
                <a:ea typeface="Arial"/>
                <a:cs typeface="Arial"/>
              </a:defRPr>
            </a:lvl6pPr>
            <a:lvl7pPr>
              <a:defRPr sz="2175" b="0">
                <a:solidFill>
                  <a:srgbClr val="162D23"/>
                </a:solidFill>
                <a:latin typeface="Arial"/>
                <a:ea typeface="Arial"/>
                <a:cs typeface="Arial"/>
              </a:defRPr>
            </a:lvl7pPr>
            <a:lvl8pPr>
              <a:defRPr sz="2175" b="0">
                <a:solidFill>
                  <a:srgbClr val="162D23"/>
                </a:solidFill>
                <a:latin typeface="Arial"/>
                <a:ea typeface="Arial"/>
                <a:cs typeface="Arial"/>
              </a:defRPr>
            </a:lvl8pPr>
            <a:lvl9pPr>
              <a:defRPr sz="2175" b="0">
                <a:solidFill>
                  <a:srgbClr val="162D23"/>
                </a:solidFill>
                <a:latin typeface="Arial"/>
                <a:ea typeface="Arial"/>
                <a:cs typeface="Arial"/>
              </a:defRPr>
            </a:lvl9pPr>
          </a:lstStyle>
          <a:p xmlns:a="http://schemas.openxmlformats.org/drawingml/2006/main">
            <a:pPr>
              <a:defRPr sz="2175" b="0">
                <a:solidFill>
                  <a:srgbClr val="162D23"/>
                </a:solidFill>
                <a:latin typeface="Arial"/>
                <a:ea typeface="Arial"/>
                <a:cs typeface="Arial"/>
              </a:defRPr>
            </a:pPr>
            <a:r>
              <a:rPr sz="2175" b="0">
                <a:solidFill>
                  <a:srgbClr val="162D23"/>
                </a:solidFill>
                <a:latin typeface="Arial"/>
                <a:ea typeface="Arial"/>
                <a:cs typeface="Arial"/>
              </a:rPr>
              <a:t>Stagnant water needs mixing and oxygen exchange. Powered aeration adds an energy cost.</a:t>
            </a:r>
          </a:p>
        </p:txBody>
      </p:sp>
      <p:sp>
        <p:nvSpPr>
          <p:cNvPr id="9" name="Urban setting shown in the website simulation">
            <a:extLst xmlns:a="http://schemas.openxmlformats.org/drawingml/2006/main">
              <a:ext uri="{FF2B5EF4-FFF2-40B4-BE49-F238E27FC236}">
                <a16:creationId xmlns:a16="http://schemas.microsoft.com/office/drawing/2014/main" id="{BA95149D-2DBD-4AAF-A97E-6C04CFE92A09}"/>
              </a:ext>
            </a:extLst>
          </p:cNvPr>
          <p:cNvSpPr>
            <a:spLocks xmlns:a="http://schemas.openxmlformats.org/drawingml/2006/main" noGrp="1"/>
          </p:cNvSpPr>
          <p:nvPr/>
        </p:nvSpPr>
        <p:spPr>
          <a:xfrm xmlns:a="http://schemas.openxmlformats.org/drawingml/2006/main">
            <a:off x="6391275" y="600075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Arial"/>
                <a:ea typeface="Arial"/>
                <a:cs typeface="Arial"/>
              </a:defRPr>
            </a:defPPr>
            <a:lvl1pPr>
              <a:defRPr sz="1275" b="0">
                <a:solidFill>
                  <a:srgbClr val="53645A"/>
                </a:solidFill>
                <a:latin typeface="Arial"/>
                <a:ea typeface="Arial"/>
                <a:cs typeface="Arial"/>
              </a:defRPr>
            </a:lvl1pPr>
            <a:lvl2pPr>
              <a:defRPr sz="1275" b="0">
                <a:solidFill>
                  <a:srgbClr val="53645A"/>
                </a:solidFill>
                <a:latin typeface="Arial"/>
                <a:ea typeface="Arial"/>
                <a:cs typeface="Arial"/>
              </a:defRPr>
            </a:lvl2pPr>
            <a:lvl3pPr>
              <a:defRPr sz="1275" b="0">
                <a:solidFill>
                  <a:srgbClr val="53645A"/>
                </a:solidFill>
                <a:latin typeface="Arial"/>
                <a:ea typeface="Arial"/>
                <a:cs typeface="Arial"/>
              </a:defRPr>
            </a:lvl3pPr>
            <a:lvl4pPr>
              <a:defRPr sz="1275" b="0">
                <a:solidFill>
                  <a:srgbClr val="53645A"/>
                </a:solidFill>
                <a:latin typeface="Arial"/>
                <a:ea typeface="Arial"/>
                <a:cs typeface="Arial"/>
              </a:defRPr>
            </a:lvl4pPr>
            <a:lvl5pPr>
              <a:defRPr sz="1275" b="0">
                <a:solidFill>
                  <a:srgbClr val="53645A"/>
                </a:solidFill>
                <a:latin typeface="Arial"/>
                <a:ea typeface="Arial"/>
                <a:cs typeface="Arial"/>
              </a:defRPr>
            </a:lvl5pPr>
            <a:lvl6pPr>
              <a:defRPr sz="1275" b="0">
                <a:solidFill>
                  <a:srgbClr val="53645A"/>
                </a:solidFill>
                <a:latin typeface="Arial"/>
                <a:ea typeface="Arial"/>
                <a:cs typeface="Arial"/>
              </a:defRPr>
            </a:lvl6pPr>
            <a:lvl7pPr>
              <a:defRPr sz="1275" b="0">
                <a:solidFill>
                  <a:srgbClr val="53645A"/>
                </a:solidFill>
                <a:latin typeface="Arial"/>
                <a:ea typeface="Arial"/>
                <a:cs typeface="Arial"/>
              </a:defRPr>
            </a:lvl7pPr>
            <a:lvl8pPr>
              <a:defRPr sz="1275" b="0">
                <a:solidFill>
                  <a:srgbClr val="53645A"/>
                </a:solidFill>
                <a:latin typeface="Arial"/>
                <a:ea typeface="Arial"/>
                <a:cs typeface="Arial"/>
              </a:defRPr>
            </a:lvl8pPr>
            <a:lvl9pPr>
              <a:defRPr sz="1275" b="0">
                <a:solidFill>
                  <a:srgbClr val="53645A"/>
                </a:solidFill>
                <a:latin typeface="Arial"/>
                <a:ea typeface="Arial"/>
                <a:cs typeface="Arial"/>
              </a:defRPr>
            </a:lvl9pPr>
          </a:lstStyle>
          <a:p xmlns:a="http://schemas.openxmlformats.org/drawingml/2006/main">
            <a:pPr>
              <a:defRPr sz="1275" b="0">
                <a:solidFill>
                  <a:srgbClr val="53645A"/>
                </a:solidFill>
                <a:latin typeface="Arial"/>
                <a:ea typeface="Arial"/>
                <a:cs typeface="Arial"/>
              </a:defRPr>
            </a:pPr>
            <a:r>
              <a:rPr sz="1275" b="0">
                <a:solidFill>
                  <a:srgbClr val="53645A"/>
                </a:solidFill>
                <a:latin typeface="Arial"/>
                <a:ea typeface="Arial"/>
                <a:cs typeface="Arial"/>
              </a:rPr>
              <a:t>Urban setting shown in the website simulation</a:t>
            </a:r>
          </a:p>
        </p:txBody>
      </p:sp>
    </p:spTree>
    <p:extLst>
      <p:ext uri="{BB962C8B-B14F-4D97-AF65-F5344CB8AC3E}">
        <p14:creationId xmlns:p14="http://schemas.microsoft.com/office/powerpoint/2010/main" val="328846940"/>
      </p:ext>
    </p:extLst>
  </p:cSld>
</p:sld>
</file>

<file path=ppt/slides/slide3.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sp>
        <p:nvSpPr>
          <p:cNvPr id="2" name="The mechanical drive">
            <a:extLst xmlns:a="http://schemas.openxmlformats.org/drawingml/2006/main">
              <a:ext uri="{FF2B5EF4-FFF2-40B4-BE49-F238E27FC236}">
                <a16:creationId xmlns:a16="http://schemas.microsoft.com/office/drawing/2014/main" id="{D639BD32-1669-4FC7-A8FB-8FB855E73850}"/>
              </a:ext>
            </a:extLst>
          </p:cNvPr>
          <p:cNvSpPr>
            <a:spLocks xmlns:a="http://schemas.openxmlformats.org/drawingml/2006/main" noGrp="1"/>
          </p:cNvSpPr>
          <p:nvPr/>
        </p:nvSpPr>
        <p:spPr>
          <a:xfrm xmlns:a="http://schemas.openxmlformats.org/drawingml/2006/main">
            <a:off x="609600" y="428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D23"/>
                </a:solidFill>
                <a:latin typeface="Arial"/>
                <a:ea typeface="Arial"/>
                <a:cs typeface="Arial"/>
              </a:defRPr>
            </a:defPPr>
            <a:lvl1pPr>
              <a:defRPr sz="3300" b="1">
                <a:solidFill>
                  <a:srgbClr val="162D23"/>
                </a:solidFill>
                <a:latin typeface="Arial"/>
                <a:ea typeface="Arial"/>
                <a:cs typeface="Arial"/>
              </a:defRPr>
            </a:lvl1pPr>
            <a:lvl2pPr>
              <a:defRPr sz="3300" b="1">
                <a:solidFill>
                  <a:srgbClr val="162D23"/>
                </a:solidFill>
                <a:latin typeface="Arial"/>
                <a:ea typeface="Arial"/>
                <a:cs typeface="Arial"/>
              </a:defRPr>
            </a:lvl2pPr>
            <a:lvl3pPr>
              <a:defRPr sz="3300" b="1">
                <a:solidFill>
                  <a:srgbClr val="162D23"/>
                </a:solidFill>
                <a:latin typeface="Arial"/>
                <a:ea typeface="Arial"/>
                <a:cs typeface="Arial"/>
              </a:defRPr>
            </a:lvl3pPr>
            <a:lvl4pPr>
              <a:defRPr sz="3300" b="1">
                <a:solidFill>
                  <a:srgbClr val="162D23"/>
                </a:solidFill>
                <a:latin typeface="Arial"/>
                <a:ea typeface="Arial"/>
                <a:cs typeface="Arial"/>
              </a:defRPr>
            </a:lvl4pPr>
            <a:lvl5pPr>
              <a:defRPr sz="3300" b="1">
                <a:solidFill>
                  <a:srgbClr val="162D23"/>
                </a:solidFill>
                <a:latin typeface="Arial"/>
                <a:ea typeface="Arial"/>
                <a:cs typeface="Arial"/>
              </a:defRPr>
            </a:lvl5pPr>
            <a:lvl6pPr>
              <a:defRPr sz="3300" b="1">
                <a:solidFill>
                  <a:srgbClr val="162D23"/>
                </a:solidFill>
                <a:latin typeface="Arial"/>
                <a:ea typeface="Arial"/>
                <a:cs typeface="Arial"/>
              </a:defRPr>
            </a:lvl6pPr>
            <a:lvl7pPr>
              <a:defRPr sz="3300" b="1">
                <a:solidFill>
                  <a:srgbClr val="162D23"/>
                </a:solidFill>
                <a:latin typeface="Arial"/>
                <a:ea typeface="Arial"/>
                <a:cs typeface="Arial"/>
              </a:defRPr>
            </a:lvl7pPr>
            <a:lvl8pPr>
              <a:defRPr sz="3300" b="1">
                <a:solidFill>
                  <a:srgbClr val="162D23"/>
                </a:solidFill>
                <a:latin typeface="Arial"/>
                <a:ea typeface="Arial"/>
                <a:cs typeface="Arial"/>
              </a:defRPr>
            </a:lvl8pPr>
            <a:lvl9pPr>
              <a:defRPr sz="3300" b="1">
                <a:solidFill>
                  <a:srgbClr val="162D23"/>
                </a:solidFill>
                <a:latin typeface="Arial"/>
                <a:ea typeface="Arial"/>
                <a:cs typeface="Arial"/>
              </a:defRPr>
            </a:lvl9pPr>
          </a:lstStyle>
          <a:p xmlns:a="http://schemas.openxmlformats.org/drawingml/2006/main">
            <a:pPr>
              <a:defRPr sz="3300" b="1">
                <a:solidFill>
                  <a:srgbClr val="162D23"/>
                </a:solidFill>
                <a:latin typeface="Arial"/>
                <a:ea typeface="Arial"/>
                <a:cs typeface="Arial"/>
              </a:defRPr>
            </a:pPr>
            <a:r>
              <a:rPr sz="3300" b="1">
                <a:solidFill>
                  <a:srgbClr val="162D23"/>
                </a:solidFill>
                <a:latin typeface="Arial"/>
                <a:ea typeface="Arial"/>
                <a:cs typeface="Arial"/>
              </a:rPr>
              <a:t>The mechanical drive</a:t>
            </a:r>
          </a:p>
        </p:txBody>
      </p:sp>
      <p:sp>
        <p:nvSpPr>
          <p:cNvPr id="3" name="03">
            <a:extLst xmlns:a="http://schemas.openxmlformats.org/drawingml/2006/main">
              <a:ext uri="{FF2B5EF4-FFF2-40B4-BE49-F238E27FC236}">
                <a16:creationId xmlns:a16="http://schemas.microsoft.com/office/drawing/2014/main" id="{AC4B1CF4-9AE9-4FED-B176-181B18BC351D}"/>
              </a:ext>
            </a:extLst>
          </p:cNvPr>
          <p:cNvSpPr>
            <a:spLocks xmlns:a="http://schemas.openxmlformats.org/drawingml/2006/main" noGrp="1"/>
          </p:cNvSpPr>
          <p:nvPr/>
        </p:nvSpPr>
        <p:spPr>
          <a:xfrm xmlns:a="http://schemas.openxmlformats.org/drawingml/2006/main">
            <a:off x="11077575" y="628650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Arial"/>
                <a:ea typeface="Arial"/>
                <a:cs typeface="Arial"/>
              </a:defRPr>
            </a:defPPr>
            <a:lvl1pPr>
              <a:defRPr sz="1275" b="0">
                <a:solidFill>
                  <a:srgbClr val="53645A"/>
                </a:solidFill>
                <a:latin typeface="Arial"/>
                <a:ea typeface="Arial"/>
                <a:cs typeface="Arial"/>
              </a:defRPr>
            </a:lvl1pPr>
            <a:lvl2pPr>
              <a:defRPr sz="1275" b="0">
                <a:solidFill>
                  <a:srgbClr val="53645A"/>
                </a:solidFill>
                <a:latin typeface="Arial"/>
                <a:ea typeface="Arial"/>
                <a:cs typeface="Arial"/>
              </a:defRPr>
            </a:lvl2pPr>
            <a:lvl3pPr>
              <a:defRPr sz="1275" b="0">
                <a:solidFill>
                  <a:srgbClr val="53645A"/>
                </a:solidFill>
                <a:latin typeface="Arial"/>
                <a:ea typeface="Arial"/>
                <a:cs typeface="Arial"/>
              </a:defRPr>
            </a:lvl3pPr>
            <a:lvl4pPr>
              <a:defRPr sz="1275" b="0">
                <a:solidFill>
                  <a:srgbClr val="53645A"/>
                </a:solidFill>
                <a:latin typeface="Arial"/>
                <a:ea typeface="Arial"/>
                <a:cs typeface="Arial"/>
              </a:defRPr>
            </a:lvl4pPr>
            <a:lvl5pPr>
              <a:defRPr sz="1275" b="0">
                <a:solidFill>
                  <a:srgbClr val="53645A"/>
                </a:solidFill>
                <a:latin typeface="Arial"/>
                <a:ea typeface="Arial"/>
                <a:cs typeface="Arial"/>
              </a:defRPr>
            </a:lvl5pPr>
            <a:lvl6pPr>
              <a:defRPr sz="1275" b="0">
                <a:solidFill>
                  <a:srgbClr val="53645A"/>
                </a:solidFill>
                <a:latin typeface="Arial"/>
                <a:ea typeface="Arial"/>
                <a:cs typeface="Arial"/>
              </a:defRPr>
            </a:lvl6pPr>
            <a:lvl7pPr>
              <a:defRPr sz="1275" b="0">
                <a:solidFill>
                  <a:srgbClr val="53645A"/>
                </a:solidFill>
                <a:latin typeface="Arial"/>
                <a:ea typeface="Arial"/>
                <a:cs typeface="Arial"/>
              </a:defRPr>
            </a:lvl7pPr>
            <a:lvl8pPr>
              <a:defRPr sz="1275" b="0">
                <a:solidFill>
                  <a:srgbClr val="53645A"/>
                </a:solidFill>
                <a:latin typeface="Arial"/>
                <a:ea typeface="Arial"/>
                <a:cs typeface="Arial"/>
              </a:defRPr>
            </a:lvl8pPr>
            <a:lvl9pPr>
              <a:defRPr sz="1275" b="0">
                <a:solidFill>
                  <a:srgbClr val="53645A"/>
                </a:solidFill>
                <a:latin typeface="Arial"/>
                <a:ea typeface="Arial"/>
                <a:cs typeface="Arial"/>
              </a:defRPr>
            </a:lvl9pPr>
          </a:lstStyle>
          <a:p xmlns:a="http://schemas.openxmlformats.org/drawingml/2006/main">
            <a:pPr>
              <a:defRPr sz="1275" b="0">
                <a:solidFill>
                  <a:srgbClr val="53645A"/>
                </a:solidFill>
                <a:latin typeface="Arial"/>
                <a:ea typeface="Arial"/>
                <a:cs typeface="Arial"/>
              </a:defRPr>
            </a:pPr>
            <a:r>
              <a:rPr sz="1275" b="0">
                <a:solidFill>
                  <a:srgbClr val="53645A"/>
                </a:solidFill>
                <a:latin typeface="Arial"/>
                <a:ea typeface="Arial"/>
                <a:cs typeface="Arial"/>
              </a:rPr>
              <a:t>03</a:t>
            </a:r>
          </a:p>
        </p:txBody>
      </p:sp>
      <p:sp>
        <p:nvSpPr>
          <p:cNvPr id="4" name="01  Wind capture">
            <a:extLst xmlns:a="http://schemas.openxmlformats.org/drawingml/2006/main">
              <a:ext uri="{FF2B5EF4-FFF2-40B4-BE49-F238E27FC236}">
                <a16:creationId xmlns:a16="http://schemas.microsoft.com/office/drawing/2014/main" id="{34230ECA-6B6E-4AF0-A072-0B97611E16FA}"/>
              </a:ext>
            </a:extLst>
          </p:cNvPr>
          <p:cNvSpPr>
            <a:spLocks xmlns:a="http://schemas.openxmlformats.org/drawingml/2006/main" noGrp="1"/>
          </p:cNvSpPr>
          <p:nvPr/>
        </p:nvSpPr>
        <p:spPr>
          <a:xfrm xmlns:a="http://schemas.openxmlformats.org/drawingml/2006/main">
            <a:off x="619125" y="18002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9392E"/>
                </a:solidFill>
                <a:latin typeface="Arial"/>
                <a:ea typeface="Arial"/>
                <a:cs typeface="Arial"/>
              </a:defRPr>
            </a:defPPr>
            <a:lvl1pPr>
              <a:defRPr sz="2250" b="1">
                <a:solidFill>
                  <a:srgbClr val="19392E"/>
                </a:solidFill>
                <a:latin typeface="Arial"/>
                <a:ea typeface="Arial"/>
                <a:cs typeface="Arial"/>
              </a:defRPr>
            </a:lvl1pPr>
            <a:lvl2pPr>
              <a:defRPr sz="2250" b="1">
                <a:solidFill>
                  <a:srgbClr val="19392E"/>
                </a:solidFill>
                <a:latin typeface="Arial"/>
                <a:ea typeface="Arial"/>
                <a:cs typeface="Arial"/>
              </a:defRPr>
            </a:lvl2pPr>
            <a:lvl3pPr>
              <a:defRPr sz="2250" b="1">
                <a:solidFill>
                  <a:srgbClr val="19392E"/>
                </a:solidFill>
                <a:latin typeface="Arial"/>
                <a:ea typeface="Arial"/>
                <a:cs typeface="Arial"/>
              </a:defRPr>
            </a:lvl3pPr>
            <a:lvl4pPr>
              <a:defRPr sz="2250" b="1">
                <a:solidFill>
                  <a:srgbClr val="19392E"/>
                </a:solidFill>
                <a:latin typeface="Arial"/>
                <a:ea typeface="Arial"/>
                <a:cs typeface="Arial"/>
              </a:defRPr>
            </a:lvl4pPr>
            <a:lvl5pPr>
              <a:defRPr sz="2250" b="1">
                <a:solidFill>
                  <a:srgbClr val="19392E"/>
                </a:solidFill>
                <a:latin typeface="Arial"/>
                <a:ea typeface="Arial"/>
                <a:cs typeface="Arial"/>
              </a:defRPr>
            </a:lvl5pPr>
            <a:lvl6pPr>
              <a:defRPr sz="2250" b="1">
                <a:solidFill>
                  <a:srgbClr val="19392E"/>
                </a:solidFill>
                <a:latin typeface="Arial"/>
                <a:ea typeface="Arial"/>
                <a:cs typeface="Arial"/>
              </a:defRPr>
            </a:lvl6pPr>
            <a:lvl7pPr>
              <a:defRPr sz="2250" b="1">
                <a:solidFill>
                  <a:srgbClr val="19392E"/>
                </a:solidFill>
                <a:latin typeface="Arial"/>
                <a:ea typeface="Arial"/>
                <a:cs typeface="Arial"/>
              </a:defRPr>
            </a:lvl7pPr>
            <a:lvl8pPr>
              <a:defRPr sz="2250" b="1">
                <a:solidFill>
                  <a:srgbClr val="19392E"/>
                </a:solidFill>
                <a:latin typeface="Arial"/>
                <a:ea typeface="Arial"/>
                <a:cs typeface="Arial"/>
              </a:defRPr>
            </a:lvl8pPr>
            <a:lvl9pPr>
              <a:defRPr sz="2250" b="1">
                <a:solidFill>
                  <a:srgbClr val="19392E"/>
                </a:solidFill>
                <a:latin typeface="Arial"/>
                <a:ea typeface="Arial"/>
                <a:cs typeface="Arial"/>
              </a:defRPr>
            </a:lvl9pPr>
          </a:lstStyle>
          <a:p xmlns:a="http://schemas.openxmlformats.org/drawingml/2006/main">
            <a:pPr>
              <a:defRPr sz="2250" b="1">
                <a:solidFill>
                  <a:srgbClr val="19392E"/>
                </a:solidFill>
                <a:latin typeface="Arial"/>
                <a:ea typeface="Arial"/>
                <a:cs typeface="Arial"/>
              </a:defRPr>
            </a:pPr>
            <a:r>
              <a:rPr sz="2250" b="1">
                <a:solidFill>
                  <a:srgbClr val="19392E"/>
                </a:solidFill>
                <a:latin typeface="Arial"/>
                <a:ea typeface="Arial"/>
                <a:cs typeface="Arial"/>
              </a:rPr>
              <a:t>01  Wind capture</a:t>
            </a:r>
          </a:p>
        </p:txBody>
      </p:sp>
      <p:sp>
        <p:nvSpPr>
          <p:cNvPr id="5" name="A spiral rotor converts wind into shaft rotation.">
            <a:extLst xmlns:a="http://schemas.openxmlformats.org/drawingml/2006/main">
              <a:ext uri="{FF2B5EF4-FFF2-40B4-BE49-F238E27FC236}">
                <a16:creationId xmlns:a16="http://schemas.microsoft.com/office/drawing/2014/main" id="{F0B26C66-CD5F-49E4-A844-1AE8B2B1DE05}"/>
              </a:ext>
            </a:extLst>
          </p:cNvPr>
          <p:cNvSpPr>
            <a:spLocks xmlns:a="http://schemas.openxmlformats.org/drawingml/2006/main" noGrp="1"/>
          </p:cNvSpPr>
          <p:nvPr/>
        </p:nvSpPr>
        <p:spPr>
          <a:xfrm xmlns:a="http://schemas.openxmlformats.org/drawingml/2006/main">
            <a:off x="619125" y="2314575"/>
            <a:ext cx="3905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62D23"/>
                </a:solidFill>
                <a:latin typeface="Arial"/>
                <a:ea typeface="Arial"/>
                <a:cs typeface="Arial"/>
              </a:defRPr>
            </a:defPPr>
            <a:lvl1pPr>
              <a:defRPr sz="2025" b="0">
                <a:solidFill>
                  <a:srgbClr val="162D23"/>
                </a:solidFill>
                <a:latin typeface="Arial"/>
                <a:ea typeface="Arial"/>
                <a:cs typeface="Arial"/>
              </a:defRPr>
            </a:lvl1pPr>
            <a:lvl2pPr>
              <a:defRPr sz="2025" b="0">
                <a:solidFill>
                  <a:srgbClr val="162D23"/>
                </a:solidFill>
                <a:latin typeface="Arial"/>
                <a:ea typeface="Arial"/>
                <a:cs typeface="Arial"/>
              </a:defRPr>
            </a:lvl2pPr>
            <a:lvl3pPr>
              <a:defRPr sz="2025" b="0">
                <a:solidFill>
                  <a:srgbClr val="162D23"/>
                </a:solidFill>
                <a:latin typeface="Arial"/>
                <a:ea typeface="Arial"/>
                <a:cs typeface="Arial"/>
              </a:defRPr>
            </a:lvl3pPr>
            <a:lvl4pPr>
              <a:defRPr sz="2025" b="0">
                <a:solidFill>
                  <a:srgbClr val="162D23"/>
                </a:solidFill>
                <a:latin typeface="Arial"/>
                <a:ea typeface="Arial"/>
                <a:cs typeface="Arial"/>
              </a:defRPr>
            </a:lvl4pPr>
            <a:lvl5pPr>
              <a:defRPr sz="2025" b="0">
                <a:solidFill>
                  <a:srgbClr val="162D23"/>
                </a:solidFill>
                <a:latin typeface="Arial"/>
                <a:ea typeface="Arial"/>
                <a:cs typeface="Arial"/>
              </a:defRPr>
            </a:lvl5pPr>
            <a:lvl6pPr>
              <a:defRPr sz="2025" b="0">
                <a:solidFill>
                  <a:srgbClr val="162D23"/>
                </a:solidFill>
                <a:latin typeface="Arial"/>
                <a:ea typeface="Arial"/>
                <a:cs typeface="Arial"/>
              </a:defRPr>
            </a:lvl6pPr>
            <a:lvl7pPr>
              <a:defRPr sz="2025" b="0">
                <a:solidFill>
                  <a:srgbClr val="162D23"/>
                </a:solidFill>
                <a:latin typeface="Arial"/>
                <a:ea typeface="Arial"/>
                <a:cs typeface="Arial"/>
              </a:defRPr>
            </a:lvl7pPr>
            <a:lvl8pPr>
              <a:defRPr sz="2025" b="0">
                <a:solidFill>
                  <a:srgbClr val="162D23"/>
                </a:solidFill>
                <a:latin typeface="Arial"/>
                <a:ea typeface="Arial"/>
                <a:cs typeface="Arial"/>
              </a:defRPr>
            </a:lvl8pPr>
            <a:lvl9pPr>
              <a:defRPr sz="2025" b="0">
                <a:solidFill>
                  <a:srgbClr val="162D23"/>
                </a:solidFill>
                <a:latin typeface="Arial"/>
                <a:ea typeface="Arial"/>
                <a:cs typeface="Arial"/>
              </a:defRPr>
            </a:lvl9pPr>
          </a:lstStyle>
          <a:p xmlns:a="http://schemas.openxmlformats.org/drawingml/2006/main">
            <a:pPr>
              <a:defRPr sz="2025" b="0">
                <a:solidFill>
                  <a:srgbClr val="162D23"/>
                </a:solidFill>
                <a:latin typeface="Arial"/>
                <a:ea typeface="Arial"/>
                <a:cs typeface="Arial"/>
              </a:defRPr>
            </a:pPr>
            <a:r>
              <a:rPr sz="2025" b="0">
                <a:solidFill>
                  <a:srgbClr val="162D23"/>
                </a:solidFill>
                <a:latin typeface="Arial"/>
                <a:ea typeface="Arial"/>
                <a:cs typeface="Arial"/>
              </a:rPr>
              <a:t>A spiral rotor converts wind into shaft rotation.</a:t>
            </a:r>
          </a:p>
        </p:txBody>
      </p:sp>
      <p:sp>
        <p:nvSpPr>
          <p:cNvPr id="6" name="02  Power transmission">
            <a:extLst xmlns:a="http://schemas.openxmlformats.org/drawingml/2006/main">
              <a:ext uri="{FF2B5EF4-FFF2-40B4-BE49-F238E27FC236}">
                <a16:creationId xmlns:a16="http://schemas.microsoft.com/office/drawing/2014/main" id="{B6F03A56-BD1C-48E6-9F1E-ECC0C4605B65}"/>
              </a:ext>
            </a:extLst>
          </p:cNvPr>
          <p:cNvSpPr>
            <a:spLocks xmlns:a="http://schemas.openxmlformats.org/drawingml/2006/main" noGrp="1"/>
          </p:cNvSpPr>
          <p:nvPr/>
        </p:nvSpPr>
        <p:spPr>
          <a:xfrm xmlns:a="http://schemas.openxmlformats.org/drawingml/2006/main">
            <a:off x="619125" y="3324225"/>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9392E"/>
                </a:solidFill>
                <a:latin typeface="Arial"/>
                <a:ea typeface="Arial"/>
                <a:cs typeface="Arial"/>
              </a:defRPr>
            </a:defPPr>
            <a:lvl1pPr>
              <a:defRPr sz="2250" b="1">
                <a:solidFill>
                  <a:srgbClr val="19392E"/>
                </a:solidFill>
                <a:latin typeface="Arial"/>
                <a:ea typeface="Arial"/>
                <a:cs typeface="Arial"/>
              </a:defRPr>
            </a:lvl1pPr>
            <a:lvl2pPr>
              <a:defRPr sz="2250" b="1">
                <a:solidFill>
                  <a:srgbClr val="19392E"/>
                </a:solidFill>
                <a:latin typeface="Arial"/>
                <a:ea typeface="Arial"/>
                <a:cs typeface="Arial"/>
              </a:defRPr>
            </a:lvl2pPr>
            <a:lvl3pPr>
              <a:defRPr sz="2250" b="1">
                <a:solidFill>
                  <a:srgbClr val="19392E"/>
                </a:solidFill>
                <a:latin typeface="Arial"/>
                <a:ea typeface="Arial"/>
                <a:cs typeface="Arial"/>
              </a:defRPr>
            </a:lvl3pPr>
            <a:lvl4pPr>
              <a:defRPr sz="2250" b="1">
                <a:solidFill>
                  <a:srgbClr val="19392E"/>
                </a:solidFill>
                <a:latin typeface="Arial"/>
                <a:ea typeface="Arial"/>
                <a:cs typeface="Arial"/>
              </a:defRPr>
            </a:lvl4pPr>
            <a:lvl5pPr>
              <a:defRPr sz="2250" b="1">
                <a:solidFill>
                  <a:srgbClr val="19392E"/>
                </a:solidFill>
                <a:latin typeface="Arial"/>
                <a:ea typeface="Arial"/>
                <a:cs typeface="Arial"/>
              </a:defRPr>
            </a:lvl5pPr>
            <a:lvl6pPr>
              <a:defRPr sz="2250" b="1">
                <a:solidFill>
                  <a:srgbClr val="19392E"/>
                </a:solidFill>
                <a:latin typeface="Arial"/>
                <a:ea typeface="Arial"/>
                <a:cs typeface="Arial"/>
              </a:defRPr>
            </a:lvl6pPr>
            <a:lvl7pPr>
              <a:defRPr sz="2250" b="1">
                <a:solidFill>
                  <a:srgbClr val="19392E"/>
                </a:solidFill>
                <a:latin typeface="Arial"/>
                <a:ea typeface="Arial"/>
                <a:cs typeface="Arial"/>
              </a:defRPr>
            </a:lvl7pPr>
            <a:lvl8pPr>
              <a:defRPr sz="2250" b="1">
                <a:solidFill>
                  <a:srgbClr val="19392E"/>
                </a:solidFill>
                <a:latin typeface="Arial"/>
                <a:ea typeface="Arial"/>
                <a:cs typeface="Arial"/>
              </a:defRPr>
            </a:lvl8pPr>
            <a:lvl9pPr>
              <a:defRPr sz="2250" b="1">
                <a:solidFill>
                  <a:srgbClr val="19392E"/>
                </a:solidFill>
                <a:latin typeface="Arial"/>
                <a:ea typeface="Arial"/>
                <a:cs typeface="Arial"/>
              </a:defRPr>
            </a:lvl9pPr>
          </a:lstStyle>
          <a:p xmlns:a="http://schemas.openxmlformats.org/drawingml/2006/main">
            <a:pPr>
              <a:defRPr sz="2250" b="1">
                <a:solidFill>
                  <a:srgbClr val="19392E"/>
                </a:solidFill>
                <a:latin typeface="Arial"/>
                <a:ea typeface="Arial"/>
                <a:cs typeface="Arial"/>
              </a:defRPr>
            </a:pPr>
            <a:r>
              <a:rPr sz="2250" b="1">
                <a:solidFill>
                  <a:srgbClr val="19392E"/>
                </a:solidFill>
                <a:latin typeface="Arial"/>
                <a:ea typeface="Arial"/>
                <a:cs typeface="Arial"/>
              </a:rPr>
              <a:t>02  Power transmission</a:t>
            </a:r>
          </a:p>
        </p:txBody>
      </p:sp>
      <p:sp>
        <p:nvSpPr>
          <p:cNvPr id="7" name="Shafts and bevel gears redirect rotation through 90°.">
            <a:extLst xmlns:a="http://schemas.openxmlformats.org/drawingml/2006/main">
              <a:ext uri="{FF2B5EF4-FFF2-40B4-BE49-F238E27FC236}">
                <a16:creationId xmlns:a16="http://schemas.microsoft.com/office/drawing/2014/main" id="{B365D14E-D5A6-4500-9222-3DCD335CA6C6}"/>
              </a:ext>
            </a:extLst>
          </p:cNvPr>
          <p:cNvSpPr>
            <a:spLocks xmlns:a="http://schemas.openxmlformats.org/drawingml/2006/main" noGrp="1"/>
          </p:cNvSpPr>
          <p:nvPr/>
        </p:nvSpPr>
        <p:spPr>
          <a:xfrm xmlns:a="http://schemas.openxmlformats.org/drawingml/2006/main">
            <a:off x="619125" y="3838575"/>
            <a:ext cx="3905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62D23"/>
                </a:solidFill>
                <a:latin typeface="Arial"/>
                <a:ea typeface="Arial"/>
                <a:cs typeface="Arial"/>
              </a:defRPr>
            </a:defPPr>
            <a:lvl1pPr>
              <a:defRPr sz="2025" b="0">
                <a:solidFill>
                  <a:srgbClr val="162D23"/>
                </a:solidFill>
                <a:latin typeface="Arial"/>
                <a:ea typeface="Arial"/>
                <a:cs typeface="Arial"/>
              </a:defRPr>
            </a:lvl1pPr>
            <a:lvl2pPr>
              <a:defRPr sz="2025" b="0">
                <a:solidFill>
                  <a:srgbClr val="162D23"/>
                </a:solidFill>
                <a:latin typeface="Arial"/>
                <a:ea typeface="Arial"/>
                <a:cs typeface="Arial"/>
              </a:defRPr>
            </a:lvl2pPr>
            <a:lvl3pPr>
              <a:defRPr sz="2025" b="0">
                <a:solidFill>
                  <a:srgbClr val="162D23"/>
                </a:solidFill>
                <a:latin typeface="Arial"/>
                <a:ea typeface="Arial"/>
                <a:cs typeface="Arial"/>
              </a:defRPr>
            </a:lvl3pPr>
            <a:lvl4pPr>
              <a:defRPr sz="2025" b="0">
                <a:solidFill>
                  <a:srgbClr val="162D23"/>
                </a:solidFill>
                <a:latin typeface="Arial"/>
                <a:ea typeface="Arial"/>
                <a:cs typeface="Arial"/>
              </a:defRPr>
            </a:lvl4pPr>
            <a:lvl5pPr>
              <a:defRPr sz="2025" b="0">
                <a:solidFill>
                  <a:srgbClr val="162D23"/>
                </a:solidFill>
                <a:latin typeface="Arial"/>
                <a:ea typeface="Arial"/>
                <a:cs typeface="Arial"/>
              </a:defRPr>
            </a:lvl5pPr>
            <a:lvl6pPr>
              <a:defRPr sz="2025" b="0">
                <a:solidFill>
                  <a:srgbClr val="162D23"/>
                </a:solidFill>
                <a:latin typeface="Arial"/>
                <a:ea typeface="Arial"/>
                <a:cs typeface="Arial"/>
              </a:defRPr>
            </a:lvl6pPr>
            <a:lvl7pPr>
              <a:defRPr sz="2025" b="0">
                <a:solidFill>
                  <a:srgbClr val="162D23"/>
                </a:solidFill>
                <a:latin typeface="Arial"/>
                <a:ea typeface="Arial"/>
                <a:cs typeface="Arial"/>
              </a:defRPr>
            </a:lvl7pPr>
            <a:lvl8pPr>
              <a:defRPr sz="2025" b="0">
                <a:solidFill>
                  <a:srgbClr val="162D23"/>
                </a:solidFill>
                <a:latin typeface="Arial"/>
                <a:ea typeface="Arial"/>
                <a:cs typeface="Arial"/>
              </a:defRPr>
            </a:lvl8pPr>
            <a:lvl9pPr>
              <a:defRPr sz="2025" b="0">
                <a:solidFill>
                  <a:srgbClr val="162D23"/>
                </a:solidFill>
                <a:latin typeface="Arial"/>
                <a:ea typeface="Arial"/>
                <a:cs typeface="Arial"/>
              </a:defRPr>
            </a:lvl9pPr>
          </a:lstStyle>
          <a:p xmlns:a="http://schemas.openxmlformats.org/drawingml/2006/main">
            <a:pPr>
              <a:defRPr sz="2025" b="0">
                <a:solidFill>
                  <a:srgbClr val="162D23"/>
                </a:solidFill>
                <a:latin typeface="Arial"/>
                <a:ea typeface="Arial"/>
                <a:cs typeface="Arial"/>
              </a:defRPr>
            </a:pPr>
            <a:r>
              <a:rPr sz="2025" b="0">
                <a:solidFill>
                  <a:srgbClr val="162D23"/>
                </a:solidFill>
                <a:latin typeface="Arial"/>
                <a:ea typeface="Arial"/>
                <a:cs typeface="Arial"/>
              </a:rPr>
              <a:t>Shafts and bevel gears redirect rotation through 90°.</a:t>
            </a:r>
          </a:p>
        </p:txBody>
      </p:sp>
      <p:sp>
        <p:nvSpPr>
          <p:cNvPr id="8" name="03  Useful motion">
            <a:extLst xmlns:a="http://schemas.openxmlformats.org/drawingml/2006/main">
              <a:ext uri="{FF2B5EF4-FFF2-40B4-BE49-F238E27FC236}">
                <a16:creationId xmlns:a16="http://schemas.microsoft.com/office/drawing/2014/main" id="{A59CE6AB-52F5-4F7B-BCA8-A686CDD04FDD}"/>
              </a:ext>
            </a:extLst>
          </p:cNvPr>
          <p:cNvSpPr>
            <a:spLocks xmlns:a="http://schemas.openxmlformats.org/drawingml/2006/main" noGrp="1"/>
          </p:cNvSpPr>
          <p:nvPr/>
        </p:nvSpPr>
        <p:spPr>
          <a:xfrm xmlns:a="http://schemas.openxmlformats.org/drawingml/2006/main">
            <a:off x="619125" y="4848225"/>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9392E"/>
                </a:solidFill>
                <a:latin typeface="Arial"/>
                <a:ea typeface="Arial"/>
                <a:cs typeface="Arial"/>
              </a:defRPr>
            </a:defPPr>
            <a:lvl1pPr>
              <a:defRPr sz="2250" b="1">
                <a:solidFill>
                  <a:srgbClr val="19392E"/>
                </a:solidFill>
                <a:latin typeface="Arial"/>
                <a:ea typeface="Arial"/>
                <a:cs typeface="Arial"/>
              </a:defRPr>
            </a:lvl1pPr>
            <a:lvl2pPr>
              <a:defRPr sz="2250" b="1">
                <a:solidFill>
                  <a:srgbClr val="19392E"/>
                </a:solidFill>
                <a:latin typeface="Arial"/>
                <a:ea typeface="Arial"/>
                <a:cs typeface="Arial"/>
              </a:defRPr>
            </a:lvl2pPr>
            <a:lvl3pPr>
              <a:defRPr sz="2250" b="1">
                <a:solidFill>
                  <a:srgbClr val="19392E"/>
                </a:solidFill>
                <a:latin typeface="Arial"/>
                <a:ea typeface="Arial"/>
                <a:cs typeface="Arial"/>
              </a:defRPr>
            </a:lvl3pPr>
            <a:lvl4pPr>
              <a:defRPr sz="2250" b="1">
                <a:solidFill>
                  <a:srgbClr val="19392E"/>
                </a:solidFill>
                <a:latin typeface="Arial"/>
                <a:ea typeface="Arial"/>
                <a:cs typeface="Arial"/>
              </a:defRPr>
            </a:lvl4pPr>
            <a:lvl5pPr>
              <a:defRPr sz="2250" b="1">
                <a:solidFill>
                  <a:srgbClr val="19392E"/>
                </a:solidFill>
                <a:latin typeface="Arial"/>
                <a:ea typeface="Arial"/>
                <a:cs typeface="Arial"/>
              </a:defRPr>
            </a:lvl5pPr>
            <a:lvl6pPr>
              <a:defRPr sz="2250" b="1">
                <a:solidFill>
                  <a:srgbClr val="19392E"/>
                </a:solidFill>
                <a:latin typeface="Arial"/>
                <a:ea typeface="Arial"/>
                <a:cs typeface="Arial"/>
              </a:defRPr>
            </a:lvl6pPr>
            <a:lvl7pPr>
              <a:defRPr sz="2250" b="1">
                <a:solidFill>
                  <a:srgbClr val="19392E"/>
                </a:solidFill>
                <a:latin typeface="Arial"/>
                <a:ea typeface="Arial"/>
                <a:cs typeface="Arial"/>
              </a:defRPr>
            </a:lvl7pPr>
            <a:lvl8pPr>
              <a:defRPr sz="2250" b="1">
                <a:solidFill>
                  <a:srgbClr val="19392E"/>
                </a:solidFill>
                <a:latin typeface="Arial"/>
                <a:ea typeface="Arial"/>
                <a:cs typeface="Arial"/>
              </a:defRPr>
            </a:lvl8pPr>
            <a:lvl9pPr>
              <a:defRPr sz="2250" b="1">
                <a:solidFill>
                  <a:srgbClr val="19392E"/>
                </a:solidFill>
                <a:latin typeface="Arial"/>
                <a:ea typeface="Arial"/>
                <a:cs typeface="Arial"/>
              </a:defRPr>
            </a:lvl9pPr>
          </a:lstStyle>
          <a:p xmlns:a="http://schemas.openxmlformats.org/drawingml/2006/main">
            <a:pPr>
              <a:defRPr sz="2250" b="1">
                <a:solidFill>
                  <a:srgbClr val="19392E"/>
                </a:solidFill>
                <a:latin typeface="Arial"/>
                <a:ea typeface="Arial"/>
                <a:cs typeface="Arial"/>
              </a:defRPr>
            </a:pPr>
            <a:r>
              <a:rPr sz="2250" b="1">
                <a:solidFill>
                  <a:srgbClr val="19392E"/>
                </a:solidFill>
                <a:latin typeface="Arial"/>
                <a:ea typeface="Arial"/>
                <a:cs typeface="Arial"/>
              </a:rPr>
              <a:t>03  Useful motion</a:t>
            </a:r>
          </a:p>
        </p:txBody>
      </p:sp>
      <p:sp>
        <p:nvSpPr>
          <p:cNvPr id="9" name="A fan moves air, or a paddle wheel mixes water.">
            <a:extLst xmlns:a="http://schemas.openxmlformats.org/drawingml/2006/main">
              <a:ext uri="{FF2B5EF4-FFF2-40B4-BE49-F238E27FC236}">
                <a16:creationId xmlns:a16="http://schemas.microsoft.com/office/drawing/2014/main" id="{302674A4-AB81-4D40-9409-EBC782A60402}"/>
              </a:ext>
            </a:extLst>
          </p:cNvPr>
          <p:cNvSpPr>
            <a:spLocks xmlns:a="http://schemas.openxmlformats.org/drawingml/2006/main" noGrp="1"/>
          </p:cNvSpPr>
          <p:nvPr/>
        </p:nvSpPr>
        <p:spPr>
          <a:xfrm xmlns:a="http://schemas.openxmlformats.org/drawingml/2006/main">
            <a:off x="619125" y="5362575"/>
            <a:ext cx="3905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62D23"/>
                </a:solidFill>
                <a:latin typeface="Arial"/>
                <a:ea typeface="Arial"/>
                <a:cs typeface="Arial"/>
              </a:defRPr>
            </a:defPPr>
            <a:lvl1pPr>
              <a:defRPr sz="2025" b="0">
                <a:solidFill>
                  <a:srgbClr val="162D23"/>
                </a:solidFill>
                <a:latin typeface="Arial"/>
                <a:ea typeface="Arial"/>
                <a:cs typeface="Arial"/>
              </a:defRPr>
            </a:lvl1pPr>
            <a:lvl2pPr>
              <a:defRPr sz="2025" b="0">
                <a:solidFill>
                  <a:srgbClr val="162D23"/>
                </a:solidFill>
                <a:latin typeface="Arial"/>
                <a:ea typeface="Arial"/>
                <a:cs typeface="Arial"/>
              </a:defRPr>
            </a:lvl2pPr>
            <a:lvl3pPr>
              <a:defRPr sz="2025" b="0">
                <a:solidFill>
                  <a:srgbClr val="162D23"/>
                </a:solidFill>
                <a:latin typeface="Arial"/>
                <a:ea typeface="Arial"/>
                <a:cs typeface="Arial"/>
              </a:defRPr>
            </a:lvl3pPr>
            <a:lvl4pPr>
              <a:defRPr sz="2025" b="0">
                <a:solidFill>
                  <a:srgbClr val="162D23"/>
                </a:solidFill>
                <a:latin typeface="Arial"/>
                <a:ea typeface="Arial"/>
                <a:cs typeface="Arial"/>
              </a:defRPr>
            </a:lvl4pPr>
            <a:lvl5pPr>
              <a:defRPr sz="2025" b="0">
                <a:solidFill>
                  <a:srgbClr val="162D23"/>
                </a:solidFill>
                <a:latin typeface="Arial"/>
                <a:ea typeface="Arial"/>
                <a:cs typeface="Arial"/>
              </a:defRPr>
            </a:lvl5pPr>
            <a:lvl6pPr>
              <a:defRPr sz="2025" b="0">
                <a:solidFill>
                  <a:srgbClr val="162D23"/>
                </a:solidFill>
                <a:latin typeface="Arial"/>
                <a:ea typeface="Arial"/>
                <a:cs typeface="Arial"/>
              </a:defRPr>
            </a:lvl6pPr>
            <a:lvl7pPr>
              <a:defRPr sz="2025" b="0">
                <a:solidFill>
                  <a:srgbClr val="162D23"/>
                </a:solidFill>
                <a:latin typeface="Arial"/>
                <a:ea typeface="Arial"/>
                <a:cs typeface="Arial"/>
              </a:defRPr>
            </a:lvl7pPr>
            <a:lvl8pPr>
              <a:defRPr sz="2025" b="0">
                <a:solidFill>
                  <a:srgbClr val="162D23"/>
                </a:solidFill>
                <a:latin typeface="Arial"/>
                <a:ea typeface="Arial"/>
                <a:cs typeface="Arial"/>
              </a:defRPr>
            </a:lvl8pPr>
            <a:lvl9pPr>
              <a:defRPr sz="2025" b="0">
                <a:solidFill>
                  <a:srgbClr val="162D23"/>
                </a:solidFill>
                <a:latin typeface="Arial"/>
                <a:ea typeface="Arial"/>
                <a:cs typeface="Arial"/>
              </a:defRPr>
            </a:lvl9pPr>
          </a:lstStyle>
          <a:p xmlns:a="http://schemas.openxmlformats.org/drawingml/2006/main">
            <a:pPr>
              <a:defRPr sz="2025" b="0">
                <a:solidFill>
                  <a:srgbClr val="162D23"/>
                </a:solidFill>
                <a:latin typeface="Arial"/>
                <a:ea typeface="Arial"/>
                <a:cs typeface="Arial"/>
              </a:defRPr>
            </a:pPr>
            <a:r>
              <a:rPr sz="2025" b="0">
                <a:solidFill>
                  <a:srgbClr val="162D23"/>
                </a:solidFill>
                <a:latin typeface="Arial"/>
                <a:ea typeface="Arial"/>
                <a:cs typeface="Arial"/>
              </a:rPr>
              <a:t>A fan moves air, or a paddle wheel mixes water.</a:t>
            </a:r>
          </a:p>
        </p:txBody>
      </p:sp>
      <p:pic>
        <p:nvPicPr>
          <p:cNvPr id="10" name="">
            <a:extLst xmlns:a="http://schemas.openxmlformats.org/drawingml/2006/main">
              <a:ext uri="{FF2B5EF4-FFF2-40B4-BE49-F238E27FC236}">
                <a16:creationId xmlns:a16="http://schemas.microsoft.com/office/drawing/2014/main" id="{6F03B13E-E62D-4169-8A70-DA03CA6ABB62}"/>
              </a:ext>
            </a:extLst>
          </p:cNvPr>
          <p:cNvPicPr>
            <a:picLocks xmlns:a="http://schemas.openxmlformats.org/drawingml/2006/main" noChangeAspect="1"/>
          </p:cNvPicPr>
          <p:nvPr/>
        </p:nvPicPr>
        <p:blipFill>
          <a:blip xmlns:r="http://schemas.openxmlformats.org/officeDocument/2006/relationships" xmlns:a="http://schemas.openxmlformats.org/drawingml/2006/main" r:embed="R3241a6c8be544feb"/>
          <a:stretch xmlns:a="http://schemas.openxmlformats.org/drawingml/2006/main"/>
        </p:blipFill>
        <p:spPr>
          <a:xfrm xmlns:a="http://schemas.openxmlformats.org/drawingml/2006/main">
            <a:off x="4905375" y="1572641"/>
            <a:ext cx="6667500" cy="4522342"/>
          </a:xfrm>
          <a:prstGeom xmlns:a="http://schemas.openxmlformats.org/drawingml/2006/main" prst="rect">
            <a:avLst/>
          </a:prstGeom>
        </p:spPr>
      </p:pic>
    </p:spTree>
    <p:extLst>
      <p:ext uri="{BB962C8B-B14F-4D97-AF65-F5344CB8AC3E}">
        <p14:creationId xmlns:p14="http://schemas.microsoft.com/office/powerpoint/2010/main" val="676117788"/>
      </p:ext>
    </p:extLst>
  </p:cSld>
</p:sld>
</file>

<file path=ppt/slides/slide4.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sp>
        <p:nvSpPr>
          <p:cNvPr id="2" name="Two applications for the same concept">
            <a:extLst xmlns:a="http://schemas.openxmlformats.org/drawingml/2006/main">
              <a:ext uri="{FF2B5EF4-FFF2-40B4-BE49-F238E27FC236}">
                <a16:creationId xmlns:a16="http://schemas.microsoft.com/office/drawing/2014/main" id="{153DDF0F-0687-4418-A959-236A480F17BF}"/>
              </a:ext>
            </a:extLst>
          </p:cNvPr>
          <p:cNvSpPr>
            <a:spLocks xmlns:a="http://schemas.openxmlformats.org/drawingml/2006/main" noGrp="1"/>
          </p:cNvSpPr>
          <p:nvPr/>
        </p:nvSpPr>
        <p:spPr>
          <a:xfrm xmlns:a="http://schemas.openxmlformats.org/drawingml/2006/main">
            <a:off x="609600" y="428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D23"/>
                </a:solidFill>
                <a:latin typeface="Arial"/>
                <a:ea typeface="Arial"/>
                <a:cs typeface="Arial"/>
              </a:defRPr>
            </a:defPPr>
            <a:lvl1pPr>
              <a:defRPr sz="3300" b="1">
                <a:solidFill>
                  <a:srgbClr val="162D23"/>
                </a:solidFill>
                <a:latin typeface="Arial"/>
                <a:ea typeface="Arial"/>
                <a:cs typeface="Arial"/>
              </a:defRPr>
            </a:lvl1pPr>
            <a:lvl2pPr>
              <a:defRPr sz="3300" b="1">
                <a:solidFill>
                  <a:srgbClr val="162D23"/>
                </a:solidFill>
                <a:latin typeface="Arial"/>
                <a:ea typeface="Arial"/>
                <a:cs typeface="Arial"/>
              </a:defRPr>
            </a:lvl2pPr>
            <a:lvl3pPr>
              <a:defRPr sz="3300" b="1">
                <a:solidFill>
                  <a:srgbClr val="162D23"/>
                </a:solidFill>
                <a:latin typeface="Arial"/>
                <a:ea typeface="Arial"/>
                <a:cs typeface="Arial"/>
              </a:defRPr>
            </a:lvl3pPr>
            <a:lvl4pPr>
              <a:defRPr sz="3300" b="1">
                <a:solidFill>
                  <a:srgbClr val="162D23"/>
                </a:solidFill>
                <a:latin typeface="Arial"/>
                <a:ea typeface="Arial"/>
                <a:cs typeface="Arial"/>
              </a:defRPr>
            </a:lvl4pPr>
            <a:lvl5pPr>
              <a:defRPr sz="3300" b="1">
                <a:solidFill>
                  <a:srgbClr val="162D23"/>
                </a:solidFill>
                <a:latin typeface="Arial"/>
                <a:ea typeface="Arial"/>
                <a:cs typeface="Arial"/>
              </a:defRPr>
            </a:lvl5pPr>
            <a:lvl6pPr>
              <a:defRPr sz="3300" b="1">
                <a:solidFill>
                  <a:srgbClr val="162D23"/>
                </a:solidFill>
                <a:latin typeface="Arial"/>
                <a:ea typeface="Arial"/>
                <a:cs typeface="Arial"/>
              </a:defRPr>
            </a:lvl6pPr>
            <a:lvl7pPr>
              <a:defRPr sz="3300" b="1">
                <a:solidFill>
                  <a:srgbClr val="162D23"/>
                </a:solidFill>
                <a:latin typeface="Arial"/>
                <a:ea typeface="Arial"/>
                <a:cs typeface="Arial"/>
              </a:defRPr>
            </a:lvl7pPr>
            <a:lvl8pPr>
              <a:defRPr sz="3300" b="1">
                <a:solidFill>
                  <a:srgbClr val="162D23"/>
                </a:solidFill>
                <a:latin typeface="Arial"/>
                <a:ea typeface="Arial"/>
                <a:cs typeface="Arial"/>
              </a:defRPr>
            </a:lvl8pPr>
            <a:lvl9pPr>
              <a:defRPr sz="3300" b="1">
                <a:solidFill>
                  <a:srgbClr val="162D23"/>
                </a:solidFill>
                <a:latin typeface="Arial"/>
                <a:ea typeface="Arial"/>
                <a:cs typeface="Arial"/>
              </a:defRPr>
            </a:lvl9pPr>
          </a:lstStyle>
          <a:p xmlns:a="http://schemas.openxmlformats.org/drawingml/2006/main">
            <a:pPr>
              <a:defRPr sz="3300" b="1">
                <a:solidFill>
                  <a:srgbClr val="162D23"/>
                </a:solidFill>
                <a:latin typeface="Arial"/>
                <a:ea typeface="Arial"/>
                <a:cs typeface="Arial"/>
              </a:defRPr>
            </a:pPr>
            <a:r>
              <a:rPr sz="3300" b="1">
                <a:solidFill>
                  <a:srgbClr val="162D23"/>
                </a:solidFill>
                <a:latin typeface="Arial"/>
                <a:ea typeface="Arial"/>
                <a:cs typeface="Arial"/>
              </a:rPr>
              <a:t>Two applications for the same concept</a:t>
            </a:r>
          </a:p>
        </p:txBody>
      </p:sp>
      <p:sp>
        <p:nvSpPr>
          <p:cNvPr id="3" name="04">
            <a:extLst xmlns:a="http://schemas.openxmlformats.org/drawingml/2006/main">
              <a:ext uri="{FF2B5EF4-FFF2-40B4-BE49-F238E27FC236}">
                <a16:creationId xmlns:a16="http://schemas.microsoft.com/office/drawing/2014/main" id="{8C7F7631-5385-4B67-ADD0-14F1313DE120}"/>
              </a:ext>
            </a:extLst>
          </p:cNvPr>
          <p:cNvSpPr>
            <a:spLocks xmlns:a="http://schemas.openxmlformats.org/drawingml/2006/main" noGrp="1"/>
          </p:cNvSpPr>
          <p:nvPr/>
        </p:nvSpPr>
        <p:spPr>
          <a:xfrm xmlns:a="http://schemas.openxmlformats.org/drawingml/2006/main">
            <a:off x="11077575" y="628650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Arial"/>
                <a:ea typeface="Arial"/>
                <a:cs typeface="Arial"/>
              </a:defRPr>
            </a:defPPr>
            <a:lvl1pPr>
              <a:defRPr sz="1275" b="0">
                <a:solidFill>
                  <a:srgbClr val="53645A"/>
                </a:solidFill>
                <a:latin typeface="Arial"/>
                <a:ea typeface="Arial"/>
                <a:cs typeface="Arial"/>
              </a:defRPr>
            </a:lvl1pPr>
            <a:lvl2pPr>
              <a:defRPr sz="1275" b="0">
                <a:solidFill>
                  <a:srgbClr val="53645A"/>
                </a:solidFill>
                <a:latin typeface="Arial"/>
                <a:ea typeface="Arial"/>
                <a:cs typeface="Arial"/>
              </a:defRPr>
            </a:lvl2pPr>
            <a:lvl3pPr>
              <a:defRPr sz="1275" b="0">
                <a:solidFill>
                  <a:srgbClr val="53645A"/>
                </a:solidFill>
                <a:latin typeface="Arial"/>
                <a:ea typeface="Arial"/>
                <a:cs typeface="Arial"/>
              </a:defRPr>
            </a:lvl3pPr>
            <a:lvl4pPr>
              <a:defRPr sz="1275" b="0">
                <a:solidFill>
                  <a:srgbClr val="53645A"/>
                </a:solidFill>
                <a:latin typeface="Arial"/>
                <a:ea typeface="Arial"/>
                <a:cs typeface="Arial"/>
              </a:defRPr>
            </a:lvl4pPr>
            <a:lvl5pPr>
              <a:defRPr sz="1275" b="0">
                <a:solidFill>
                  <a:srgbClr val="53645A"/>
                </a:solidFill>
                <a:latin typeface="Arial"/>
                <a:ea typeface="Arial"/>
                <a:cs typeface="Arial"/>
              </a:defRPr>
            </a:lvl5pPr>
            <a:lvl6pPr>
              <a:defRPr sz="1275" b="0">
                <a:solidFill>
                  <a:srgbClr val="53645A"/>
                </a:solidFill>
                <a:latin typeface="Arial"/>
                <a:ea typeface="Arial"/>
                <a:cs typeface="Arial"/>
              </a:defRPr>
            </a:lvl6pPr>
            <a:lvl7pPr>
              <a:defRPr sz="1275" b="0">
                <a:solidFill>
                  <a:srgbClr val="53645A"/>
                </a:solidFill>
                <a:latin typeface="Arial"/>
                <a:ea typeface="Arial"/>
                <a:cs typeface="Arial"/>
              </a:defRPr>
            </a:lvl7pPr>
            <a:lvl8pPr>
              <a:defRPr sz="1275" b="0">
                <a:solidFill>
                  <a:srgbClr val="53645A"/>
                </a:solidFill>
                <a:latin typeface="Arial"/>
                <a:ea typeface="Arial"/>
                <a:cs typeface="Arial"/>
              </a:defRPr>
            </a:lvl8pPr>
            <a:lvl9pPr>
              <a:defRPr sz="1275" b="0">
                <a:solidFill>
                  <a:srgbClr val="53645A"/>
                </a:solidFill>
                <a:latin typeface="Arial"/>
                <a:ea typeface="Arial"/>
                <a:cs typeface="Arial"/>
              </a:defRPr>
            </a:lvl9pPr>
          </a:lstStyle>
          <a:p xmlns:a="http://schemas.openxmlformats.org/drawingml/2006/main">
            <a:pPr>
              <a:defRPr sz="1275" b="0">
                <a:solidFill>
                  <a:srgbClr val="53645A"/>
                </a:solidFill>
                <a:latin typeface="Arial"/>
                <a:ea typeface="Arial"/>
                <a:cs typeface="Arial"/>
              </a:defRPr>
            </a:pPr>
            <a:r>
              <a:rPr sz="1275" b="0">
                <a:solidFill>
                  <a:srgbClr val="53645A"/>
                </a:solidFill>
                <a:latin typeface="Arial"/>
                <a:ea typeface="Arial"/>
                <a:cs typeface="Arial"/>
              </a:rPr>
              <a:t>04</a:t>
            </a:r>
          </a:p>
        </p:txBody>
      </p:sp>
      <p:sp>
        <p:nvSpPr>
          <p:cNvPr id="4" name="Building ventilation">
            <a:extLst xmlns:a="http://schemas.openxmlformats.org/drawingml/2006/main">
              <a:ext uri="{FF2B5EF4-FFF2-40B4-BE49-F238E27FC236}">
                <a16:creationId xmlns:a16="http://schemas.microsoft.com/office/drawing/2014/main" id="{29A11118-8DFE-4E7F-A705-5A12E6ADF54B}"/>
              </a:ext>
            </a:extLst>
          </p:cNvPr>
          <p:cNvSpPr>
            <a:spLocks xmlns:a="http://schemas.openxmlformats.org/drawingml/2006/main" noGrp="1"/>
          </p:cNvSpPr>
          <p:nvPr/>
        </p:nvSpPr>
        <p:spPr>
          <a:xfrm xmlns:a="http://schemas.openxmlformats.org/drawingml/2006/main">
            <a:off x="619125" y="160020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9392E"/>
                </a:solidFill>
                <a:latin typeface="Arial"/>
                <a:ea typeface="Arial"/>
                <a:cs typeface="Arial"/>
              </a:defRPr>
            </a:defPPr>
            <a:lvl1pPr>
              <a:defRPr sz="2325" b="1">
                <a:solidFill>
                  <a:srgbClr val="19392E"/>
                </a:solidFill>
                <a:latin typeface="Arial"/>
                <a:ea typeface="Arial"/>
                <a:cs typeface="Arial"/>
              </a:defRPr>
            </a:lvl1pPr>
            <a:lvl2pPr>
              <a:defRPr sz="2325" b="1">
                <a:solidFill>
                  <a:srgbClr val="19392E"/>
                </a:solidFill>
                <a:latin typeface="Arial"/>
                <a:ea typeface="Arial"/>
                <a:cs typeface="Arial"/>
              </a:defRPr>
            </a:lvl2pPr>
            <a:lvl3pPr>
              <a:defRPr sz="2325" b="1">
                <a:solidFill>
                  <a:srgbClr val="19392E"/>
                </a:solidFill>
                <a:latin typeface="Arial"/>
                <a:ea typeface="Arial"/>
                <a:cs typeface="Arial"/>
              </a:defRPr>
            </a:lvl3pPr>
            <a:lvl4pPr>
              <a:defRPr sz="2325" b="1">
                <a:solidFill>
                  <a:srgbClr val="19392E"/>
                </a:solidFill>
                <a:latin typeface="Arial"/>
                <a:ea typeface="Arial"/>
                <a:cs typeface="Arial"/>
              </a:defRPr>
            </a:lvl4pPr>
            <a:lvl5pPr>
              <a:defRPr sz="2325" b="1">
                <a:solidFill>
                  <a:srgbClr val="19392E"/>
                </a:solidFill>
                <a:latin typeface="Arial"/>
                <a:ea typeface="Arial"/>
                <a:cs typeface="Arial"/>
              </a:defRPr>
            </a:lvl5pPr>
            <a:lvl6pPr>
              <a:defRPr sz="2325" b="1">
                <a:solidFill>
                  <a:srgbClr val="19392E"/>
                </a:solidFill>
                <a:latin typeface="Arial"/>
                <a:ea typeface="Arial"/>
                <a:cs typeface="Arial"/>
              </a:defRPr>
            </a:lvl6pPr>
            <a:lvl7pPr>
              <a:defRPr sz="2325" b="1">
                <a:solidFill>
                  <a:srgbClr val="19392E"/>
                </a:solidFill>
                <a:latin typeface="Arial"/>
                <a:ea typeface="Arial"/>
                <a:cs typeface="Arial"/>
              </a:defRPr>
            </a:lvl7pPr>
            <a:lvl8pPr>
              <a:defRPr sz="2325" b="1">
                <a:solidFill>
                  <a:srgbClr val="19392E"/>
                </a:solidFill>
                <a:latin typeface="Arial"/>
                <a:ea typeface="Arial"/>
                <a:cs typeface="Arial"/>
              </a:defRPr>
            </a:lvl8pPr>
            <a:lvl9pPr>
              <a:defRPr sz="2325" b="1">
                <a:solidFill>
                  <a:srgbClr val="19392E"/>
                </a:solidFill>
                <a:latin typeface="Arial"/>
                <a:ea typeface="Arial"/>
                <a:cs typeface="Arial"/>
              </a:defRPr>
            </a:lvl9pPr>
          </a:lstStyle>
          <a:p xmlns:a="http://schemas.openxmlformats.org/drawingml/2006/main">
            <a:pPr>
              <a:defRPr sz="2325" b="1">
                <a:solidFill>
                  <a:srgbClr val="19392E"/>
                </a:solidFill>
                <a:latin typeface="Arial"/>
                <a:ea typeface="Arial"/>
                <a:cs typeface="Arial"/>
              </a:defRPr>
            </a:pPr>
            <a:r>
              <a:rPr sz="2325" b="1">
                <a:solidFill>
                  <a:srgbClr val="19392E"/>
                </a:solidFill>
                <a:latin typeface="Arial"/>
                <a:ea typeface="Arial"/>
                <a:cs typeface="Arial"/>
              </a:rPr>
              <a:t>Building ventilation</a:t>
            </a:r>
          </a:p>
        </p:txBody>
      </p:sp>
      <p:sp>
        <p:nvSpPr>
          <p:cNvPr id="5" name="Supplementary pond aeration">
            <a:extLst xmlns:a="http://schemas.openxmlformats.org/drawingml/2006/main">
              <a:ext uri="{FF2B5EF4-FFF2-40B4-BE49-F238E27FC236}">
                <a16:creationId xmlns:a16="http://schemas.microsoft.com/office/drawing/2014/main" id="{D88D6B11-3406-4B6F-AD79-A68B0DB48C69}"/>
              </a:ext>
            </a:extLst>
          </p:cNvPr>
          <p:cNvSpPr>
            <a:spLocks xmlns:a="http://schemas.openxmlformats.org/drawingml/2006/main" noGrp="1"/>
          </p:cNvSpPr>
          <p:nvPr/>
        </p:nvSpPr>
        <p:spPr>
          <a:xfrm xmlns:a="http://schemas.openxmlformats.org/drawingml/2006/main">
            <a:off x="6334125" y="160020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9392E"/>
                </a:solidFill>
                <a:latin typeface="Arial"/>
                <a:ea typeface="Arial"/>
                <a:cs typeface="Arial"/>
              </a:defRPr>
            </a:defPPr>
            <a:lvl1pPr>
              <a:defRPr sz="2325" b="1">
                <a:solidFill>
                  <a:srgbClr val="19392E"/>
                </a:solidFill>
                <a:latin typeface="Arial"/>
                <a:ea typeface="Arial"/>
                <a:cs typeface="Arial"/>
              </a:defRPr>
            </a:lvl1pPr>
            <a:lvl2pPr>
              <a:defRPr sz="2325" b="1">
                <a:solidFill>
                  <a:srgbClr val="19392E"/>
                </a:solidFill>
                <a:latin typeface="Arial"/>
                <a:ea typeface="Arial"/>
                <a:cs typeface="Arial"/>
              </a:defRPr>
            </a:lvl2pPr>
            <a:lvl3pPr>
              <a:defRPr sz="2325" b="1">
                <a:solidFill>
                  <a:srgbClr val="19392E"/>
                </a:solidFill>
                <a:latin typeface="Arial"/>
                <a:ea typeface="Arial"/>
                <a:cs typeface="Arial"/>
              </a:defRPr>
            </a:lvl3pPr>
            <a:lvl4pPr>
              <a:defRPr sz="2325" b="1">
                <a:solidFill>
                  <a:srgbClr val="19392E"/>
                </a:solidFill>
                <a:latin typeface="Arial"/>
                <a:ea typeface="Arial"/>
                <a:cs typeface="Arial"/>
              </a:defRPr>
            </a:lvl4pPr>
            <a:lvl5pPr>
              <a:defRPr sz="2325" b="1">
                <a:solidFill>
                  <a:srgbClr val="19392E"/>
                </a:solidFill>
                <a:latin typeface="Arial"/>
                <a:ea typeface="Arial"/>
                <a:cs typeface="Arial"/>
              </a:defRPr>
            </a:lvl5pPr>
            <a:lvl6pPr>
              <a:defRPr sz="2325" b="1">
                <a:solidFill>
                  <a:srgbClr val="19392E"/>
                </a:solidFill>
                <a:latin typeface="Arial"/>
                <a:ea typeface="Arial"/>
                <a:cs typeface="Arial"/>
              </a:defRPr>
            </a:lvl6pPr>
            <a:lvl7pPr>
              <a:defRPr sz="2325" b="1">
                <a:solidFill>
                  <a:srgbClr val="19392E"/>
                </a:solidFill>
                <a:latin typeface="Arial"/>
                <a:ea typeface="Arial"/>
                <a:cs typeface="Arial"/>
              </a:defRPr>
            </a:lvl7pPr>
            <a:lvl8pPr>
              <a:defRPr sz="2325" b="1">
                <a:solidFill>
                  <a:srgbClr val="19392E"/>
                </a:solidFill>
                <a:latin typeface="Arial"/>
                <a:ea typeface="Arial"/>
                <a:cs typeface="Arial"/>
              </a:defRPr>
            </a:lvl8pPr>
            <a:lvl9pPr>
              <a:defRPr sz="2325" b="1">
                <a:solidFill>
                  <a:srgbClr val="19392E"/>
                </a:solidFill>
                <a:latin typeface="Arial"/>
                <a:ea typeface="Arial"/>
                <a:cs typeface="Arial"/>
              </a:defRPr>
            </a:lvl9pPr>
          </a:lstStyle>
          <a:p xmlns:a="http://schemas.openxmlformats.org/drawingml/2006/main">
            <a:pPr>
              <a:defRPr sz="2325" b="1">
                <a:solidFill>
                  <a:srgbClr val="19392E"/>
                </a:solidFill>
                <a:latin typeface="Arial"/>
                <a:ea typeface="Arial"/>
                <a:cs typeface="Arial"/>
              </a:defRPr>
            </a:pPr>
            <a:r>
              <a:rPr sz="2325" b="1">
                <a:solidFill>
                  <a:srgbClr val="19392E"/>
                </a:solidFill>
                <a:latin typeface="Arial"/>
                <a:ea typeface="Arial"/>
                <a:cs typeface="Arial"/>
              </a:rPr>
              <a:t>Supplementary pond aeration</a:t>
            </a:r>
          </a:p>
        </p:txBody>
      </p:sp>
      <p:pic>
        <p:nvPicPr>
          <p:cNvPr id="6" name="">
            <a:extLst xmlns:a="http://schemas.openxmlformats.org/drawingml/2006/main">
              <a:ext uri="{FF2B5EF4-FFF2-40B4-BE49-F238E27FC236}">
                <a16:creationId xmlns:a16="http://schemas.microsoft.com/office/drawing/2014/main" id="{87DD490B-4F47-42E3-85AB-A026CE4300C4}"/>
              </a:ext>
            </a:extLst>
          </p:cNvPr>
          <p:cNvPicPr>
            <a:picLocks xmlns:a="http://schemas.openxmlformats.org/drawingml/2006/main" noChangeAspect="1"/>
          </p:cNvPicPr>
          <p:nvPr/>
        </p:nvPicPr>
        <p:blipFill>
          <a:blip xmlns:r="http://schemas.openxmlformats.org/officeDocument/2006/relationships" xmlns:a="http://schemas.openxmlformats.org/drawingml/2006/main" r:embed="R459b80f2d7ac4fc0"/>
          <a:stretch xmlns:a="http://schemas.openxmlformats.org/drawingml/2006/main"/>
        </p:blipFill>
        <p:spPr>
          <a:xfrm xmlns:a="http://schemas.openxmlformats.org/drawingml/2006/main">
            <a:off x="609600" y="2250463"/>
            <a:ext cx="5257800" cy="2528524"/>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052C4FFC-8806-45B6-94D6-BE826E49BBBE}"/>
              </a:ext>
            </a:extLst>
          </p:cNvPr>
          <p:cNvPicPr>
            <a:picLocks xmlns:a="http://schemas.openxmlformats.org/drawingml/2006/main" noChangeAspect="1"/>
          </p:cNvPicPr>
          <p:nvPr/>
        </p:nvPicPr>
        <p:blipFill>
          <a:blip xmlns:r="http://schemas.openxmlformats.org/officeDocument/2006/relationships" xmlns:a="http://schemas.openxmlformats.org/drawingml/2006/main" r:embed="R94b7f02d04fe48f5"/>
          <a:stretch xmlns:a="http://schemas.openxmlformats.org/drawingml/2006/main"/>
        </p:blipFill>
        <p:spPr>
          <a:xfrm xmlns:a="http://schemas.openxmlformats.org/drawingml/2006/main">
            <a:off x="6328417" y="2219325"/>
            <a:ext cx="5250166" cy="2590800"/>
          </a:xfrm>
          <a:prstGeom xmlns:a="http://schemas.openxmlformats.org/drawingml/2006/main" prst="rect">
            <a:avLst/>
          </a:prstGeom>
        </p:spPr>
      </p:pic>
      <p:sp>
        <p:nvSpPr>
          <p:cNvPr id="8" name="A rooftop rotor drives an exhaust fan. Fresh air enters">
            <a:extLst xmlns:a="http://schemas.openxmlformats.org/drawingml/2006/main">
              <a:ext uri="{FF2B5EF4-FFF2-40B4-BE49-F238E27FC236}">
                <a16:creationId xmlns:a16="http://schemas.microsoft.com/office/drawing/2014/main" id="{E0680AD5-39DA-4CEB-8B29-1A0D2C1A5508}"/>
              </a:ext>
            </a:extLst>
          </p:cNvPr>
          <p:cNvSpPr>
            <a:spLocks xmlns:a="http://schemas.openxmlformats.org/drawingml/2006/main" noGrp="1"/>
          </p:cNvSpPr>
          <p:nvPr/>
        </p:nvSpPr>
        <p:spPr>
          <a:xfrm xmlns:a="http://schemas.openxmlformats.org/drawingml/2006/main">
            <a:off x="619125" y="5076825"/>
            <a:ext cx="50958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62D23"/>
                </a:solidFill>
                <a:latin typeface="Arial"/>
                <a:ea typeface="Arial"/>
                <a:cs typeface="Arial"/>
              </a:defRPr>
            </a:defPPr>
            <a:lvl1pPr>
              <a:defRPr sz="2025" b="0">
                <a:solidFill>
                  <a:srgbClr val="162D23"/>
                </a:solidFill>
                <a:latin typeface="Arial"/>
                <a:ea typeface="Arial"/>
                <a:cs typeface="Arial"/>
              </a:defRPr>
            </a:lvl1pPr>
            <a:lvl2pPr>
              <a:defRPr sz="2025" b="0">
                <a:solidFill>
                  <a:srgbClr val="162D23"/>
                </a:solidFill>
                <a:latin typeface="Arial"/>
                <a:ea typeface="Arial"/>
                <a:cs typeface="Arial"/>
              </a:defRPr>
            </a:lvl2pPr>
            <a:lvl3pPr>
              <a:defRPr sz="2025" b="0">
                <a:solidFill>
                  <a:srgbClr val="162D23"/>
                </a:solidFill>
                <a:latin typeface="Arial"/>
                <a:ea typeface="Arial"/>
                <a:cs typeface="Arial"/>
              </a:defRPr>
            </a:lvl3pPr>
            <a:lvl4pPr>
              <a:defRPr sz="2025" b="0">
                <a:solidFill>
                  <a:srgbClr val="162D23"/>
                </a:solidFill>
                <a:latin typeface="Arial"/>
                <a:ea typeface="Arial"/>
                <a:cs typeface="Arial"/>
              </a:defRPr>
            </a:lvl4pPr>
            <a:lvl5pPr>
              <a:defRPr sz="2025" b="0">
                <a:solidFill>
                  <a:srgbClr val="162D23"/>
                </a:solidFill>
                <a:latin typeface="Arial"/>
                <a:ea typeface="Arial"/>
                <a:cs typeface="Arial"/>
              </a:defRPr>
            </a:lvl5pPr>
            <a:lvl6pPr>
              <a:defRPr sz="2025" b="0">
                <a:solidFill>
                  <a:srgbClr val="162D23"/>
                </a:solidFill>
                <a:latin typeface="Arial"/>
                <a:ea typeface="Arial"/>
                <a:cs typeface="Arial"/>
              </a:defRPr>
            </a:lvl6pPr>
            <a:lvl7pPr>
              <a:defRPr sz="2025" b="0">
                <a:solidFill>
                  <a:srgbClr val="162D23"/>
                </a:solidFill>
                <a:latin typeface="Arial"/>
                <a:ea typeface="Arial"/>
                <a:cs typeface="Arial"/>
              </a:defRPr>
            </a:lvl7pPr>
            <a:lvl8pPr>
              <a:defRPr sz="2025" b="0">
                <a:solidFill>
                  <a:srgbClr val="162D23"/>
                </a:solidFill>
                <a:latin typeface="Arial"/>
                <a:ea typeface="Arial"/>
                <a:cs typeface="Arial"/>
              </a:defRPr>
            </a:lvl8pPr>
            <a:lvl9pPr>
              <a:defRPr sz="2025" b="0">
                <a:solidFill>
                  <a:srgbClr val="162D23"/>
                </a:solidFill>
                <a:latin typeface="Arial"/>
                <a:ea typeface="Arial"/>
                <a:cs typeface="Arial"/>
              </a:defRPr>
            </a:lvl9pPr>
          </a:lstStyle>
          <a:p xmlns:a="http://schemas.openxmlformats.org/drawingml/2006/main">
            <a:pPr>
              <a:defRPr sz="2025" b="0">
                <a:solidFill>
                  <a:srgbClr val="162D23"/>
                </a:solidFill>
                <a:latin typeface="Arial"/>
                <a:ea typeface="Arial"/>
                <a:cs typeface="Arial"/>
              </a:defRPr>
            </a:pPr>
            <a:r>
              <a:rPr sz="2025" b="0">
                <a:solidFill>
                  <a:srgbClr val="162D23"/>
                </a:solidFill>
                <a:latin typeface="Arial"/>
                <a:ea typeface="Arial"/>
                <a:cs typeface="Arial"/>
              </a:rPr>
              <a:t>A rooftop rotor drives an exhaust fan. Fresh air enters through a planned intake.</a:t>
            </a:r>
          </a:p>
        </p:txBody>
      </p:sp>
      <p:sp>
        <p:nvSpPr>
          <p:cNvPr id="9" name="A wind-driven paddle disturbs the surface to promote ai">
            <a:extLst xmlns:a="http://schemas.openxmlformats.org/drawingml/2006/main">
              <a:ext uri="{FF2B5EF4-FFF2-40B4-BE49-F238E27FC236}">
                <a16:creationId xmlns:a16="http://schemas.microsoft.com/office/drawing/2014/main" id="{EFAF3FBF-A28D-4497-8292-D5B7212CBCED}"/>
              </a:ext>
            </a:extLst>
          </p:cNvPr>
          <p:cNvSpPr>
            <a:spLocks xmlns:a="http://schemas.openxmlformats.org/drawingml/2006/main" noGrp="1"/>
          </p:cNvSpPr>
          <p:nvPr/>
        </p:nvSpPr>
        <p:spPr>
          <a:xfrm xmlns:a="http://schemas.openxmlformats.org/drawingml/2006/main">
            <a:off x="6334125" y="5076825"/>
            <a:ext cx="50958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62D23"/>
                </a:solidFill>
                <a:latin typeface="Arial"/>
                <a:ea typeface="Arial"/>
                <a:cs typeface="Arial"/>
              </a:defRPr>
            </a:defPPr>
            <a:lvl1pPr>
              <a:defRPr sz="2025" b="0">
                <a:solidFill>
                  <a:srgbClr val="162D23"/>
                </a:solidFill>
                <a:latin typeface="Arial"/>
                <a:ea typeface="Arial"/>
                <a:cs typeface="Arial"/>
              </a:defRPr>
            </a:lvl1pPr>
            <a:lvl2pPr>
              <a:defRPr sz="2025" b="0">
                <a:solidFill>
                  <a:srgbClr val="162D23"/>
                </a:solidFill>
                <a:latin typeface="Arial"/>
                <a:ea typeface="Arial"/>
                <a:cs typeface="Arial"/>
              </a:defRPr>
            </a:lvl2pPr>
            <a:lvl3pPr>
              <a:defRPr sz="2025" b="0">
                <a:solidFill>
                  <a:srgbClr val="162D23"/>
                </a:solidFill>
                <a:latin typeface="Arial"/>
                <a:ea typeface="Arial"/>
                <a:cs typeface="Arial"/>
              </a:defRPr>
            </a:lvl3pPr>
            <a:lvl4pPr>
              <a:defRPr sz="2025" b="0">
                <a:solidFill>
                  <a:srgbClr val="162D23"/>
                </a:solidFill>
                <a:latin typeface="Arial"/>
                <a:ea typeface="Arial"/>
                <a:cs typeface="Arial"/>
              </a:defRPr>
            </a:lvl4pPr>
            <a:lvl5pPr>
              <a:defRPr sz="2025" b="0">
                <a:solidFill>
                  <a:srgbClr val="162D23"/>
                </a:solidFill>
                <a:latin typeface="Arial"/>
                <a:ea typeface="Arial"/>
                <a:cs typeface="Arial"/>
              </a:defRPr>
            </a:lvl5pPr>
            <a:lvl6pPr>
              <a:defRPr sz="2025" b="0">
                <a:solidFill>
                  <a:srgbClr val="162D23"/>
                </a:solidFill>
                <a:latin typeface="Arial"/>
                <a:ea typeface="Arial"/>
                <a:cs typeface="Arial"/>
              </a:defRPr>
            </a:lvl6pPr>
            <a:lvl7pPr>
              <a:defRPr sz="2025" b="0">
                <a:solidFill>
                  <a:srgbClr val="162D23"/>
                </a:solidFill>
                <a:latin typeface="Arial"/>
                <a:ea typeface="Arial"/>
                <a:cs typeface="Arial"/>
              </a:defRPr>
            </a:lvl7pPr>
            <a:lvl8pPr>
              <a:defRPr sz="2025" b="0">
                <a:solidFill>
                  <a:srgbClr val="162D23"/>
                </a:solidFill>
                <a:latin typeface="Arial"/>
                <a:ea typeface="Arial"/>
                <a:cs typeface="Arial"/>
              </a:defRPr>
            </a:lvl8pPr>
            <a:lvl9pPr>
              <a:defRPr sz="2025" b="0">
                <a:solidFill>
                  <a:srgbClr val="162D23"/>
                </a:solidFill>
                <a:latin typeface="Arial"/>
                <a:ea typeface="Arial"/>
                <a:cs typeface="Arial"/>
              </a:defRPr>
            </a:lvl9pPr>
          </a:lstStyle>
          <a:p xmlns:a="http://schemas.openxmlformats.org/drawingml/2006/main">
            <a:pPr>
              <a:defRPr sz="2025" b="0">
                <a:solidFill>
                  <a:srgbClr val="162D23"/>
                </a:solidFill>
                <a:latin typeface="Arial"/>
                <a:ea typeface="Arial"/>
                <a:cs typeface="Arial"/>
              </a:defRPr>
            </a:pPr>
            <a:r>
              <a:rPr sz="2025" b="0">
                <a:solidFill>
                  <a:srgbClr val="162D23"/>
                </a:solidFill>
                <a:latin typeface="Arial"/>
                <a:ea typeface="Arial"/>
                <a:cs typeface="Arial"/>
              </a:rPr>
              <a:t>A wind-driven paddle disturbs the surface to promote air–water exchange.</a:t>
            </a:r>
          </a:p>
        </p:txBody>
      </p:sp>
      <p:sp>
        <p:nvSpPr>
          <p:cNvPr id="10" name="Both applications depend on available wind. Performance">
            <a:extLst xmlns:a="http://schemas.openxmlformats.org/drawingml/2006/main">
              <a:ext uri="{FF2B5EF4-FFF2-40B4-BE49-F238E27FC236}">
                <a16:creationId xmlns:a16="http://schemas.microsoft.com/office/drawing/2014/main" id="{59A9695A-8326-4B86-90A3-202FD6E936D6}"/>
              </a:ext>
            </a:extLst>
          </p:cNvPr>
          <p:cNvSpPr>
            <a:spLocks xmlns:a="http://schemas.openxmlformats.org/drawingml/2006/main" noGrp="1"/>
          </p:cNvSpPr>
          <p:nvPr/>
        </p:nvSpPr>
        <p:spPr>
          <a:xfrm xmlns:a="http://schemas.openxmlformats.org/drawingml/2006/main">
            <a:off x="619125" y="62960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45A"/>
                </a:solidFill>
                <a:latin typeface="Arial"/>
                <a:ea typeface="Arial"/>
                <a:cs typeface="Arial"/>
              </a:defRPr>
            </a:defPPr>
            <a:lvl1pPr>
              <a:defRPr sz="1350" b="0">
                <a:solidFill>
                  <a:srgbClr val="53645A"/>
                </a:solidFill>
                <a:latin typeface="Arial"/>
                <a:ea typeface="Arial"/>
                <a:cs typeface="Arial"/>
              </a:defRPr>
            </a:lvl1pPr>
            <a:lvl2pPr>
              <a:defRPr sz="1350" b="0">
                <a:solidFill>
                  <a:srgbClr val="53645A"/>
                </a:solidFill>
                <a:latin typeface="Arial"/>
                <a:ea typeface="Arial"/>
                <a:cs typeface="Arial"/>
              </a:defRPr>
            </a:lvl2pPr>
            <a:lvl3pPr>
              <a:defRPr sz="1350" b="0">
                <a:solidFill>
                  <a:srgbClr val="53645A"/>
                </a:solidFill>
                <a:latin typeface="Arial"/>
                <a:ea typeface="Arial"/>
                <a:cs typeface="Arial"/>
              </a:defRPr>
            </a:lvl3pPr>
            <a:lvl4pPr>
              <a:defRPr sz="1350" b="0">
                <a:solidFill>
                  <a:srgbClr val="53645A"/>
                </a:solidFill>
                <a:latin typeface="Arial"/>
                <a:ea typeface="Arial"/>
                <a:cs typeface="Arial"/>
              </a:defRPr>
            </a:lvl4pPr>
            <a:lvl5pPr>
              <a:defRPr sz="1350" b="0">
                <a:solidFill>
                  <a:srgbClr val="53645A"/>
                </a:solidFill>
                <a:latin typeface="Arial"/>
                <a:ea typeface="Arial"/>
                <a:cs typeface="Arial"/>
              </a:defRPr>
            </a:lvl5pPr>
            <a:lvl6pPr>
              <a:defRPr sz="1350" b="0">
                <a:solidFill>
                  <a:srgbClr val="53645A"/>
                </a:solidFill>
                <a:latin typeface="Arial"/>
                <a:ea typeface="Arial"/>
                <a:cs typeface="Arial"/>
              </a:defRPr>
            </a:lvl6pPr>
            <a:lvl7pPr>
              <a:defRPr sz="1350" b="0">
                <a:solidFill>
                  <a:srgbClr val="53645A"/>
                </a:solidFill>
                <a:latin typeface="Arial"/>
                <a:ea typeface="Arial"/>
                <a:cs typeface="Arial"/>
              </a:defRPr>
            </a:lvl7pPr>
            <a:lvl8pPr>
              <a:defRPr sz="1350" b="0">
                <a:solidFill>
                  <a:srgbClr val="53645A"/>
                </a:solidFill>
                <a:latin typeface="Arial"/>
                <a:ea typeface="Arial"/>
                <a:cs typeface="Arial"/>
              </a:defRPr>
            </a:lvl8pPr>
            <a:lvl9pPr>
              <a:defRPr sz="1350" b="0">
                <a:solidFill>
                  <a:srgbClr val="53645A"/>
                </a:solidFill>
                <a:latin typeface="Arial"/>
                <a:ea typeface="Arial"/>
                <a:cs typeface="Arial"/>
              </a:defRPr>
            </a:lvl9pPr>
          </a:lstStyle>
          <a:p xmlns:a="http://schemas.openxmlformats.org/drawingml/2006/main">
            <a:pPr>
              <a:defRPr sz="1350" b="0">
                <a:solidFill>
                  <a:srgbClr val="53645A"/>
                </a:solidFill>
                <a:latin typeface="Arial"/>
                <a:ea typeface="Arial"/>
                <a:cs typeface="Arial"/>
              </a:defRPr>
            </a:pPr>
            <a:r>
              <a:rPr sz="1350" b="0">
                <a:solidFill>
                  <a:srgbClr val="53645A"/>
                </a:solidFill>
                <a:latin typeface="Arial"/>
                <a:ea typeface="Arial"/>
                <a:cs typeface="Arial"/>
              </a:rPr>
              <a:t>Both applications depend on available wind. Performance remains to be measured.</a:t>
            </a:r>
          </a:p>
        </p:txBody>
      </p:sp>
    </p:spTree>
    <p:extLst>
      <p:ext uri="{BB962C8B-B14F-4D97-AF65-F5344CB8AC3E}">
        <p14:creationId xmlns:p14="http://schemas.microsoft.com/office/powerpoint/2010/main" val="475252814"/>
      </p:ext>
    </p:extLst>
  </p:cSld>
</p:sld>
</file>

<file path=ppt/slides/slide5.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sp>
        <p:nvSpPr>
          <p:cNvPr id="2" name="A fabricated prototype">
            <a:extLst xmlns:a="http://schemas.openxmlformats.org/drawingml/2006/main">
              <a:ext uri="{FF2B5EF4-FFF2-40B4-BE49-F238E27FC236}">
                <a16:creationId xmlns:a16="http://schemas.microsoft.com/office/drawing/2014/main" id="{C93B49E9-05E6-493C-9B03-3DDF49127851}"/>
              </a:ext>
            </a:extLst>
          </p:cNvPr>
          <p:cNvSpPr>
            <a:spLocks xmlns:a="http://schemas.openxmlformats.org/drawingml/2006/main" noGrp="1"/>
          </p:cNvSpPr>
          <p:nvPr/>
        </p:nvSpPr>
        <p:spPr>
          <a:xfrm xmlns:a="http://schemas.openxmlformats.org/drawingml/2006/main">
            <a:off x="609600" y="428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D23"/>
                </a:solidFill>
                <a:latin typeface="Arial"/>
                <a:ea typeface="Arial"/>
                <a:cs typeface="Arial"/>
              </a:defRPr>
            </a:defPPr>
            <a:lvl1pPr>
              <a:defRPr sz="3300" b="1">
                <a:solidFill>
                  <a:srgbClr val="162D23"/>
                </a:solidFill>
                <a:latin typeface="Arial"/>
                <a:ea typeface="Arial"/>
                <a:cs typeface="Arial"/>
              </a:defRPr>
            </a:lvl1pPr>
            <a:lvl2pPr>
              <a:defRPr sz="3300" b="1">
                <a:solidFill>
                  <a:srgbClr val="162D23"/>
                </a:solidFill>
                <a:latin typeface="Arial"/>
                <a:ea typeface="Arial"/>
                <a:cs typeface="Arial"/>
              </a:defRPr>
            </a:lvl2pPr>
            <a:lvl3pPr>
              <a:defRPr sz="3300" b="1">
                <a:solidFill>
                  <a:srgbClr val="162D23"/>
                </a:solidFill>
                <a:latin typeface="Arial"/>
                <a:ea typeface="Arial"/>
                <a:cs typeface="Arial"/>
              </a:defRPr>
            </a:lvl3pPr>
            <a:lvl4pPr>
              <a:defRPr sz="3300" b="1">
                <a:solidFill>
                  <a:srgbClr val="162D23"/>
                </a:solidFill>
                <a:latin typeface="Arial"/>
                <a:ea typeface="Arial"/>
                <a:cs typeface="Arial"/>
              </a:defRPr>
            </a:lvl4pPr>
            <a:lvl5pPr>
              <a:defRPr sz="3300" b="1">
                <a:solidFill>
                  <a:srgbClr val="162D23"/>
                </a:solidFill>
                <a:latin typeface="Arial"/>
                <a:ea typeface="Arial"/>
                <a:cs typeface="Arial"/>
              </a:defRPr>
            </a:lvl5pPr>
            <a:lvl6pPr>
              <a:defRPr sz="3300" b="1">
                <a:solidFill>
                  <a:srgbClr val="162D23"/>
                </a:solidFill>
                <a:latin typeface="Arial"/>
                <a:ea typeface="Arial"/>
                <a:cs typeface="Arial"/>
              </a:defRPr>
            </a:lvl6pPr>
            <a:lvl7pPr>
              <a:defRPr sz="3300" b="1">
                <a:solidFill>
                  <a:srgbClr val="162D23"/>
                </a:solidFill>
                <a:latin typeface="Arial"/>
                <a:ea typeface="Arial"/>
                <a:cs typeface="Arial"/>
              </a:defRPr>
            </a:lvl7pPr>
            <a:lvl8pPr>
              <a:defRPr sz="3300" b="1">
                <a:solidFill>
                  <a:srgbClr val="162D23"/>
                </a:solidFill>
                <a:latin typeface="Arial"/>
                <a:ea typeface="Arial"/>
                <a:cs typeface="Arial"/>
              </a:defRPr>
            </a:lvl8pPr>
            <a:lvl9pPr>
              <a:defRPr sz="3300" b="1">
                <a:solidFill>
                  <a:srgbClr val="162D23"/>
                </a:solidFill>
                <a:latin typeface="Arial"/>
                <a:ea typeface="Arial"/>
                <a:cs typeface="Arial"/>
              </a:defRPr>
            </a:lvl9pPr>
          </a:lstStyle>
          <a:p xmlns:a="http://schemas.openxmlformats.org/drawingml/2006/main">
            <a:pPr>
              <a:defRPr sz="3300" b="1">
                <a:solidFill>
                  <a:srgbClr val="162D23"/>
                </a:solidFill>
                <a:latin typeface="Arial"/>
                <a:ea typeface="Arial"/>
                <a:cs typeface="Arial"/>
              </a:defRPr>
            </a:pPr>
            <a:r>
              <a:rPr sz="3300" b="1">
                <a:solidFill>
                  <a:srgbClr val="162D23"/>
                </a:solidFill>
                <a:latin typeface="Arial"/>
                <a:ea typeface="Arial"/>
                <a:cs typeface="Arial"/>
              </a:rPr>
              <a:t>A fabricated prototype</a:t>
            </a:r>
          </a:p>
        </p:txBody>
      </p:sp>
      <p:sp>
        <p:nvSpPr>
          <p:cNvPr id="3" name="05">
            <a:extLst xmlns:a="http://schemas.openxmlformats.org/drawingml/2006/main">
              <a:ext uri="{FF2B5EF4-FFF2-40B4-BE49-F238E27FC236}">
                <a16:creationId xmlns:a16="http://schemas.microsoft.com/office/drawing/2014/main" id="{115ED37B-6F17-4280-A55B-5A5CBDEA435B}"/>
              </a:ext>
            </a:extLst>
          </p:cNvPr>
          <p:cNvSpPr>
            <a:spLocks xmlns:a="http://schemas.openxmlformats.org/drawingml/2006/main" noGrp="1"/>
          </p:cNvSpPr>
          <p:nvPr/>
        </p:nvSpPr>
        <p:spPr>
          <a:xfrm xmlns:a="http://schemas.openxmlformats.org/drawingml/2006/main">
            <a:off x="11077575" y="628650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Arial"/>
                <a:ea typeface="Arial"/>
                <a:cs typeface="Arial"/>
              </a:defRPr>
            </a:defPPr>
            <a:lvl1pPr>
              <a:defRPr sz="1275" b="0">
                <a:solidFill>
                  <a:srgbClr val="53645A"/>
                </a:solidFill>
                <a:latin typeface="Arial"/>
                <a:ea typeface="Arial"/>
                <a:cs typeface="Arial"/>
              </a:defRPr>
            </a:lvl1pPr>
            <a:lvl2pPr>
              <a:defRPr sz="1275" b="0">
                <a:solidFill>
                  <a:srgbClr val="53645A"/>
                </a:solidFill>
                <a:latin typeface="Arial"/>
                <a:ea typeface="Arial"/>
                <a:cs typeface="Arial"/>
              </a:defRPr>
            </a:lvl2pPr>
            <a:lvl3pPr>
              <a:defRPr sz="1275" b="0">
                <a:solidFill>
                  <a:srgbClr val="53645A"/>
                </a:solidFill>
                <a:latin typeface="Arial"/>
                <a:ea typeface="Arial"/>
                <a:cs typeface="Arial"/>
              </a:defRPr>
            </a:lvl3pPr>
            <a:lvl4pPr>
              <a:defRPr sz="1275" b="0">
                <a:solidFill>
                  <a:srgbClr val="53645A"/>
                </a:solidFill>
                <a:latin typeface="Arial"/>
                <a:ea typeface="Arial"/>
                <a:cs typeface="Arial"/>
              </a:defRPr>
            </a:lvl4pPr>
            <a:lvl5pPr>
              <a:defRPr sz="1275" b="0">
                <a:solidFill>
                  <a:srgbClr val="53645A"/>
                </a:solidFill>
                <a:latin typeface="Arial"/>
                <a:ea typeface="Arial"/>
                <a:cs typeface="Arial"/>
              </a:defRPr>
            </a:lvl5pPr>
            <a:lvl6pPr>
              <a:defRPr sz="1275" b="0">
                <a:solidFill>
                  <a:srgbClr val="53645A"/>
                </a:solidFill>
                <a:latin typeface="Arial"/>
                <a:ea typeface="Arial"/>
                <a:cs typeface="Arial"/>
              </a:defRPr>
            </a:lvl6pPr>
            <a:lvl7pPr>
              <a:defRPr sz="1275" b="0">
                <a:solidFill>
                  <a:srgbClr val="53645A"/>
                </a:solidFill>
                <a:latin typeface="Arial"/>
                <a:ea typeface="Arial"/>
                <a:cs typeface="Arial"/>
              </a:defRPr>
            </a:lvl7pPr>
            <a:lvl8pPr>
              <a:defRPr sz="1275" b="0">
                <a:solidFill>
                  <a:srgbClr val="53645A"/>
                </a:solidFill>
                <a:latin typeface="Arial"/>
                <a:ea typeface="Arial"/>
                <a:cs typeface="Arial"/>
              </a:defRPr>
            </a:lvl8pPr>
            <a:lvl9pPr>
              <a:defRPr sz="1275" b="0">
                <a:solidFill>
                  <a:srgbClr val="53645A"/>
                </a:solidFill>
                <a:latin typeface="Arial"/>
                <a:ea typeface="Arial"/>
                <a:cs typeface="Arial"/>
              </a:defRPr>
            </a:lvl9pPr>
          </a:lstStyle>
          <a:p xmlns:a="http://schemas.openxmlformats.org/drawingml/2006/main">
            <a:pPr>
              <a:defRPr sz="1275" b="0">
                <a:solidFill>
                  <a:srgbClr val="53645A"/>
                </a:solidFill>
                <a:latin typeface="Arial"/>
                <a:ea typeface="Arial"/>
                <a:cs typeface="Arial"/>
              </a:defRPr>
            </a:pPr>
            <a:r>
              <a:rPr sz="1275" b="0">
                <a:solidFill>
                  <a:srgbClr val="53645A"/>
                </a:solidFill>
                <a:latin typeface="Arial"/>
                <a:ea typeface="Arial"/>
                <a:cs typeface="Arial"/>
              </a:rPr>
              <a:t>05</a:t>
            </a:r>
          </a:p>
        </p:txBody>
      </p:sp>
      <p:pic>
        <p:nvPicPr>
          <p:cNvPr id="4" name="">
            <a:extLst xmlns:a="http://schemas.openxmlformats.org/drawingml/2006/main">
              <a:ext uri="{FF2B5EF4-FFF2-40B4-BE49-F238E27FC236}">
                <a16:creationId xmlns:a16="http://schemas.microsoft.com/office/drawing/2014/main" id="{2109126A-804D-4ABA-8C50-048AFA7A6F4A}"/>
              </a:ext>
            </a:extLst>
          </p:cNvPr>
          <p:cNvPicPr>
            <a:picLocks xmlns:a="http://schemas.openxmlformats.org/drawingml/2006/main" noChangeAspect="1"/>
          </p:cNvPicPr>
          <p:nvPr/>
        </p:nvPicPr>
        <p:blipFill>
          <a:blip xmlns:r="http://schemas.openxmlformats.org/officeDocument/2006/relationships" xmlns:a="http://schemas.openxmlformats.org/drawingml/2006/main" r:embed="Rd1e884839ba7402e"/>
          <a:srcRect xmlns:a="http://schemas.openxmlformats.org/drawingml/2006/main" l="0" t="7996" r="0" b="7996"/>
          <a:stretch xmlns:a="http://schemas.openxmlformats.org/drawingml/2006/main">
            <a:fillRect l="0" t="0" r="0" b="0"/>
          </a:stretch>
        </p:blipFill>
        <p:spPr>
          <a:xfrm xmlns:a="http://schemas.openxmlformats.org/drawingml/2006/main">
            <a:off x="6400800" y="1457325"/>
            <a:ext cx="5172075" cy="4552950"/>
          </a:xfrm>
          <a:prstGeom xmlns:a="http://schemas.openxmlformats.org/drawingml/2006/main" prst="rect">
            <a:avLst/>
          </a:prstGeom>
        </p:spPr>
      </p:pic>
      <p:sp>
        <p:nvSpPr>
          <p:cNvPr id="5" name="SolidWorks design">
            <a:extLst xmlns:a="http://schemas.openxmlformats.org/drawingml/2006/main">
              <a:ext uri="{FF2B5EF4-FFF2-40B4-BE49-F238E27FC236}">
                <a16:creationId xmlns:a16="http://schemas.microsoft.com/office/drawing/2014/main" id="{CA91892E-885B-4402-8C01-2E7F426D7D95}"/>
              </a:ext>
            </a:extLst>
          </p:cNvPr>
          <p:cNvSpPr>
            <a:spLocks xmlns:a="http://schemas.openxmlformats.org/drawingml/2006/main" noGrp="1"/>
          </p:cNvSpPr>
          <p:nvPr/>
        </p:nvSpPr>
        <p:spPr>
          <a:xfrm xmlns:a="http://schemas.openxmlformats.org/drawingml/2006/main">
            <a:off x="619125" y="1714500"/>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9392E"/>
                </a:solidFill>
                <a:latin typeface="Arial"/>
                <a:ea typeface="Arial"/>
                <a:cs typeface="Arial"/>
              </a:defRPr>
            </a:defPPr>
            <a:lvl1pPr>
              <a:defRPr sz="2400" b="1">
                <a:solidFill>
                  <a:srgbClr val="19392E"/>
                </a:solidFill>
                <a:latin typeface="Arial"/>
                <a:ea typeface="Arial"/>
                <a:cs typeface="Arial"/>
              </a:defRPr>
            </a:lvl1pPr>
            <a:lvl2pPr>
              <a:defRPr sz="2400" b="1">
                <a:solidFill>
                  <a:srgbClr val="19392E"/>
                </a:solidFill>
                <a:latin typeface="Arial"/>
                <a:ea typeface="Arial"/>
                <a:cs typeface="Arial"/>
              </a:defRPr>
            </a:lvl2pPr>
            <a:lvl3pPr>
              <a:defRPr sz="2400" b="1">
                <a:solidFill>
                  <a:srgbClr val="19392E"/>
                </a:solidFill>
                <a:latin typeface="Arial"/>
                <a:ea typeface="Arial"/>
                <a:cs typeface="Arial"/>
              </a:defRPr>
            </a:lvl3pPr>
            <a:lvl4pPr>
              <a:defRPr sz="2400" b="1">
                <a:solidFill>
                  <a:srgbClr val="19392E"/>
                </a:solidFill>
                <a:latin typeface="Arial"/>
                <a:ea typeface="Arial"/>
                <a:cs typeface="Arial"/>
              </a:defRPr>
            </a:lvl4pPr>
            <a:lvl5pPr>
              <a:defRPr sz="2400" b="1">
                <a:solidFill>
                  <a:srgbClr val="19392E"/>
                </a:solidFill>
                <a:latin typeface="Arial"/>
                <a:ea typeface="Arial"/>
                <a:cs typeface="Arial"/>
              </a:defRPr>
            </a:lvl5pPr>
            <a:lvl6pPr>
              <a:defRPr sz="2400" b="1">
                <a:solidFill>
                  <a:srgbClr val="19392E"/>
                </a:solidFill>
                <a:latin typeface="Arial"/>
                <a:ea typeface="Arial"/>
                <a:cs typeface="Arial"/>
              </a:defRPr>
            </a:lvl6pPr>
            <a:lvl7pPr>
              <a:defRPr sz="2400" b="1">
                <a:solidFill>
                  <a:srgbClr val="19392E"/>
                </a:solidFill>
                <a:latin typeface="Arial"/>
                <a:ea typeface="Arial"/>
                <a:cs typeface="Arial"/>
              </a:defRPr>
            </a:lvl7pPr>
            <a:lvl8pPr>
              <a:defRPr sz="2400" b="1">
                <a:solidFill>
                  <a:srgbClr val="19392E"/>
                </a:solidFill>
                <a:latin typeface="Arial"/>
                <a:ea typeface="Arial"/>
                <a:cs typeface="Arial"/>
              </a:defRPr>
            </a:lvl8pPr>
            <a:lvl9pPr>
              <a:defRPr sz="2400" b="1">
                <a:solidFill>
                  <a:srgbClr val="19392E"/>
                </a:solidFill>
                <a:latin typeface="Arial"/>
                <a:ea typeface="Arial"/>
                <a:cs typeface="Arial"/>
              </a:defRPr>
            </a:lvl9pPr>
          </a:lstStyle>
          <a:p xmlns:a="http://schemas.openxmlformats.org/drawingml/2006/main">
            <a:pPr>
              <a:defRPr sz="2400" b="1">
                <a:solidFill>
                  <a:srgbClr val="19392E"/>
                </a:solidFill>
                <a:latin typeface="Arial"/>
                <a:ea typeface="Arial"/>
                <a:cs typeface="Arial"/>
              </a:defRPr>
            </a:pPr>
            <a:r>
              <a:rPr sz="2400" b="1">
                <a:solidFill>
                  <a:srgbClr val="19392E"/>
                </a:solidFill>
                <a:latin typeface="Arial"/>
                <a:ea typeface="Arial"/>
                <a:cs typeface="Arial"/>
              </a:rPr>
              <a:t>SolidWorks design</a:t>
            </a:r>
          </a:p>
        </p:txBody>
      </p:sp>
      <p:sp>
        <p:nvSpPr>
          <p:cNvPr id="6" name="Rotor, shafts, supports and bevel gears form the mechan">
            <a:extLst xmlns:a="http://schemas.openxmlformats.org/drawingml/2006/main">
              <a:ext uri="{FF2B5EF4-FFF2-40B4-BE49-F238E27FC236}">
                <a16:creationId xmlns:a16="http://schemas.microsoft.com/office/drawing/2014/main" id="{13F15B13-7995-4C78-801D-B41817113F1A}"/>
              </a:ext>
            </a:extLst>
          </p:cNvPr>
          <p:cNvSpPr>
            <a:spLocks xmlns:a="http://schemas.openxmlformats.org/drawingml/2006/main" noGrp="1"/>
          </p:cNvSpPr>
          <p:nvPr/>
        </p:nvSpPr>
        <p:spPr>
          <a:xfrm xmlns:a="http://schemas.openxmlformats.org/drawingml/2006/main">
            <a:off x="619125" y="2286000"/>
            <a:ext cx="51625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62D23"/>
                </a:solidFill>
                <a:latin typeface="Arial"/>
                <a:ea typeface="Arial"/>
                <a:cs typeface="Arial"/>
              </a:defRPr>
            </a:defPPr>
            <a:lvl1pPr>
              <a:defRPr sz="2100" b="0">
                <a:solidFill>
                  <a:srgbClr val="162D23"/>
                </a:solidFill>
                <a:latin typeface="Arial"/>
                <a:ea typeface="Arial"/>
                <a:cs typeface="Arial"/>
              </a:defRPr>
            </a:lvl1pPr>
            <a:lvl2pPr>
              <a:defRPr sz="2100" b="0">
                <a:solidFill>
                  <a:srgbClr val="162D23"/>
                </a:solidFill>
                <a:latin typeface="Arial"/>
                <a:ea typeface="Arial"/>
                <a:cs typeface="Arial"/>
              </a:defRPr>
            </a:lvl2pPr>
            <a:lvl3pPr>
              <a:defRPr sz="2100" b="0">
                <a:solidFill>
                  <a:srgbClr val="162D23"/>
                </a:solidFill>
                <a:latin typeface="Arial"/>
                <a:ea typeface="Arial"/>
                <a:cs typeface="Arial"/>
              </a:defRPr>
            </a:lvl3pPr>
            <a:lvl4pPr>
              <a:defRPr sz="2100" b="0">
                <a:solidFill>
                  <a:srgbClr val="162D23"/>
                </a:solidFill>
                <a:latin typeface="Arial"/>
                <a:ea typeface="Arial"/>
                <a:cs typeface="Arial"/>
              </a:defRPr>
            </a:lvl4pPr>
            <a:lvl5pPr>
              <a:defRPr sz="2100" b="0">
                <a:solidFill>
                  <a:srgbClr val="162D23"/>
                </a:solidFill>
                <a:latin typeface="Arial"/>
                <a:ea typeface="Arial"/>
                <a:cs typeface="Arial"/>
              </a:defRPr>
            </a:lvl5pPr>
            <a:lvl6pPr>
              <a:defRPr sz="2100" b="0">
                <a:solidFill>
                  <a:srgbClr val="162D23"/>
                </a:solidFill>
                <a:latin typeface="Arial"/>
                <a:ea typeface="Arial"/>
                <a:cs typeface="Arial"/>
              </a:defRPr>
            </a:lvl6pPr>
            <a:lvl7pPr>
              <a:defRPr sz="2100" b="0">
                <a:solidFill>
                  <a:srgbClr val="162D23"/>
                </a:solidFill>
                <a:latin typeface="Arial"/>
                <a:ea typeface="Arial"/>
                <a:cs typeface="Arial"/>
              </a:defRPr>
            </a:lvl7pPr>
            <a:lvl8pPr>
              <a:defRPr sz="2100" b="0">
                <a:solidFill>
                  <a:srgbClr val="162D23"/>
                </a:solidFill>
                <a:latin typeface="Arial"/>
                <a:ea typeface="Arial"/>
                <a:cs typeface="Arial"/>
              </a:defRPr>
            </a:lvl8pPr>
            <a:lvl9pPr>
              <a:defRPr sz="2100" b="0">
                <a:solidFill>
                  <a:srgbClr val="162D23"/>
                </a:solidFill>
                <a:latin typeface="Arial"/>
                <a:ea typeface="Arial"/>
                <a:cs typeface="Arial"/>
              </a:defRPr>
            </a:lvl9pPr>
          </a:lstStyle>
          <a:p xmlns:a="http://schemas.openxmlformats.org/drawingml/2006/main">
            <a:pPr>
              <a:defRPr sz="2100" b="0">
                <a:solidFill>
                  <a:srgbClr val="162D23"/>
                </a:solidFill>
                <a:latin typeface="Arial"/>
                <a:ea typeface="Arial"/>
                <a:cs typeface="Arial"/>
              </a:defRPr>
            </a:pPr>
            <a:r>
              <a:rPr sz="2100" b="0">
                <a:solidFill>
                  <a:srgbClr val="162D23"/>
                </a:solidFill>
                <a:latin typeface="Arial"/>
                <a:ea typeface="Arial"/>
                <a:cs typeface="Arial"/>
              </a:rPr>
              <a:t>Rotor, shafts, supports and bevel gears form the mechanical assembly.</a:t>
            </a:r>
          </a:p>
        </p:txBody>
      </p:sp>
      <p:sp>
        <p:nvSpPr>
          <p:cNvPr id="7" name="3D-printed demonstrator">
            <a:extLst xmlns:a="http://schemas.openxmlformats.org/drawingml/2006/main">
              <a:ext uri="{FF2B5EF4-FFF2-40B4-BE49-F238E27FC236}">
                <a16:creationId xmlns:a16="http://schemas.microsoft.com/office/drawing/2014/main" id="{3AFC7ECC-4672-4750-8E6E-7EBC7FFE7134}"/>
              </a:ext>
            </a:extLst>
          </p:cNvPr>
          <p:cNvSpPr>
            <a:spLocks xmlns:a="http://schemas.openxmlformats.org/drawingml/2006/main" noGrp="1"/>
          </p:cNvSpPr>
          <p:nvPr/>
        </p:nvSpPr>
        <p:spPr>
          <a:xfrm xmlns:a="http://schemas.openxmlformats.org/drawingml/2006/main">
            <a:off x="619125" y="3648075"/>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9392E"/>
                </a:solidFill>
                <a:latin typeface="Arial"/>
                <a:ea typeface="Arial"/>
                <a:cs typeface="Arial"/>
              </a:defRPr>
            </a:defPPr>
            <a:lvl1pPr>
              <a:defRPr sz="2400" b="1">
                <a:solidFill>
                  <a:srgbClr val="19392E"/>
                </a:solidFill>
                <a:latin typeface="Arial"/>
                <a:ea typeface="Arial"/>
                <a:cs typeface="Arial"/>
              </a:defRPr>
            </a:lvl1pPr>
            <a:lvl2pPr>
              <a:defRPr sz="2400" b="1">
                <a:solidFill>
                  <a:srgbClr val="19392E"/>
                </a:solidFill>
                <a:latin typeface="Arial"/>
                <a:ea typeface="Arial"/>
                <a:cs typeface="Arial"/>
              </a:defRPr>
            </a:lvl2pPr>
            <a:lvl3pPr>
              <a:defRPr sz="2400" b="1">
                <a:solidFill>
                  <a:srgbClr val="19392E"/>
                </a:solidFill>
                <a:latin typeface="Arial"/>
                <a:ea typeface="Arial"/>
                <a:cs typeface="Arial"/>
              </a:defRPr>
            </a:lvl3pPr>
            <a:lvl4pPr>
              <a:defRPr sz="2400" b="1">
                <a:solidFill>
                  <a:srgbClr val="19392E"/>
                </a:solidFill>
                <a:latin typeface="Arial"/>
                <a:ea typeface="Arial"/>
                <a:cs typeface="Arial"/>
              </a:defRPr>
            </a:lvl4pPr>
            <a:lvl5pPr>
              <a:defRPr sz="2400" b="1">
                <a:solidFill>
                  <a:srgbClr val="19392E"/>
                </a:solidFill>
                <a:latin typeface="Arial"/>
                <a:ea typeface="Arial"/>
                <a:cs typeface="Arial"/>
              </a:defRPr>
            </a:lvl5pPr>
            <a:lvl6pPr>
              <a:defRPr sz="2400" b="1">
                <a:solidFill>
                  <a:srgbClr val="19392E"/>
                </a:solidFill>
                <a:latin typeface="Arial"/>
                <a:ea typeface="Arial"/>
                <a:cs typeface="Arial"/>
              </a:defRPr>
            </a:lvl6pPr>
            <a:lvl7pPr>
              <a:defRPr sz="2400" b="1">
                <a:solidFill>
                  <a:srgbClr val="19392E"/>
                </a:solidFill>
                <a:latin typeface="Arial"/>
                <a:ea typeface="Arial"/>
                <a:cs typeface="Arial"/>
              </a:defRPr>
            </a:lvl7pPr>
            <a:lvl8pPr>
              <a:defRPr sz="2400" b="1">
                <a:solidFill>
                  <a:srgbClr val="19392E"/>
                </a:solidFill>
                <a:latin typeface="Arial"/>
                <a:ea typeface="Arial"/>
                <a:cs typeface="Arial"/>
              </a:defRPr>
            </a:lvl8pPr>
            <a:lvl9pPr>
              <a:defRPr sz="2400" b="1">
                <a:solidFill>
                  <a:srgbClr val="19392E"/>
                </a:solidFill>
                <a:latin typeface="Arial"/>
                <a:ea typeface="Arial"/>
                <a:cs typeface="Arial"/>
              </a:defRPr>
            </a:lvl9pPr>
          </a:lstStyle>
          <a:p xmlns:a="http://schemas.openxmlformats.org/drawingml/2006/main">
            <a:pPr>
              <a:defRPr sz="2400" b="1">
                <a:solidFill>
                  <a:srgbClr val="19392E"/>
                </a:solidFill>
                <a:latin typeface="Arial"/>
                <a:ea typeface="Arial"/>
                <a:cs typeface="Arial"/>
              </a:defRPr>
            </a:pPr>
            <a:r>
              <a:rPr sz="2400" b="1">
                <a:solidFill>
                  <a:srgbClr val="19392E"/>
                </a:solidFill>
                <a:latin typeface="Arial"/>
                <a:ea typeface="Arial"/>
                <a:cs typeface="Arial"/>
              </a:rPr>
              <a:t>3D-printed demonstrator</a:t>
            </a:r>
          </a:p>
        </p:txBody>
      </p:sp>
      <p:sp>
        <p:nvSpPr>
          <p:cNvPr id="8" name="The submission specifies PLA parts, printed on a Bambu ">
            <a:extLst xmlns:a="http://schemas.openxmlformats.org/drawingml/2006/main">
              <a:ext uri="{FF2B5EF4-FFF2-40B4-BE49-F238E27FC236}">
                <a16:creationId xmlns:a16="http://schemas.microsoft.com/office/drawing/2014/main" id="{7351D2EE-0CAA-40FB-BB16-7E99077D599A}"/>
              </a:ext>
            </a:extLst>
          </p:cNvPr>
          <p:cNvSpPr>
            <a:spLocks xmlns:a="http://schemas.openxmlformats.org/drawingml/2006/main" noGrp="1"/>
          </p:cNvSpPr>
          <p:nvPr/>
        </p:nvSpPr>
        <p:spPr>
          <a:xfrm xmlns:a="http://schemas.openxmlformats.org/drawingml/2006/main">
            <a:off x="619125" y="4219575"/>
            <a:ext cx="51625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62D23"/>
                </a:solidFill>
                <a:latin typeface="Arial"/>
                <a:ea typeface="Arial"/>
                <a:cs typeface="Arial"/>
              </a:defRPr>
            </a:defPPr>
            <a:lvl1pPr>
              <a:defRPr sz="2100" b="0">
                <a:solidFill>
                  <a:srgbClr val="162D23"/>
                </a:solidFill>
                <a:latin typeface="Arial"/>
                <a:ea typeface="Arial"/>
                <a:cs typeface="Arial"/>
              </a:defRPr>
            </a:lvl1pPr>
            <a:lvl2pPr>
              <a:defRPr sz="2100" b="0">
                <a:solidFill>
                  <a:srgbClr val="162D23"/>
                </a:solidFill>
                <a:latin typeface="Arial"/>
                <a:ea typeface="Arial"/>
                <a:cs typeface="Arial"/>
              </a:defRPr>
            </a:lvl2pPr>
            <a:lvl3pPr>
              <a:defRPr sz="2100" b="0">
                <a:solidFill>
                  <a:srgbClr val="162D23"/>
                </a:solidFill>
                <a:latin typeface="Arial"/>
                <a:ea typeface="Arial"/>
                <a:cs typeface="Arial"/>
              </a:defRPr>
            </a:lvl3pPr>
            <a:lvl4pPr>
              <a:defRPr sz="2100" b="0">
                <a:solidFill>
                  <a:srgbClr val="162D23"/>
                </a:solidFill>
                <a:latin typeface="Arial"/>
                <a:ea typeface="Arial"/>
                <a:cs typeface="Arial"/>
              </a:defRPr>
            </a:lvl4pPr>
            <a:lvl5pPr>
              <a:defRPr sz="2100" b="0">
                <a:solidFill>
                  <a:srgbClr val="162D23"/>
                </a:solidFill>
                <a:latin typeface="Arial"/>
                <a:ea typeface="Arial"/>
                <a:cs typeface="Arial"/>
              </a:defRPr>
            </a:lvl5pPr>
            <a:lvl6pPr>
              <a:defRPr sz="2100" b="0">
                <a:solidFill>
                  <a:srgbClr val="162D23"/>
                </a:solidFill>
                <a:latin typeface="Arial"/>
                <a:ea typeface="Arial"/>
                <a:cs typeface="Arial"/>
              </a:defRPr>
            </a:lvl6pPr>
            <a:lvl7pPr>
              <a:defRPr sz="2100" b="0">
                <a:solidFill>
                  <a:srgbClr val="162D23"/>
                </a:solidFill>
                <a:latin typeface="Arial"/>
                <a:ea typeface="Arial"/>
                <a:cs typeface="Arial"/>
              </a:defRPr>
            </a:lvl7pPr>
            <a:lvl8pPr>
              <a:defRPr sz="2100" b="0">
                <a:solidFill>
                  <a:srgbClr val="162D23"/>
                </a:solidFill>
                <a:latin typeface="Arial"/>
                <a:ea typeface="Arial"/>
                <a:cs typeface="Arial"/>
              </a:defRPr>
            </a:lvl8pPr>
            <a:lvl9pPr>
              <a:defRPr sz="2100" b="0">
                <a:solidFill>
                  <a:srgbClr val="162D23"/>
                </a:solidFill>
                <a:latin typeface="Arial"/>
                <a:ea typeface="Arial"/>
                <a:cs typeface="Arial"/>
              </a:defRPr>
            </a:lvl9pPr>
          </a:lstStyle>
          <a:p xmlns:a="http://schemas.openxmlformats.org/drawingml/2006/main">
            <a:pPr>
              <a:defRPr sz="2100" b="0">
                <a:solidFill>
                  <a:srgbClr val="162D23"/>
                </a:solidFill>
                <a:latin typeface="Arial"/>
                <a:ea typeface="Arial"/>
                <a:cs typeface="Arial"/>
              </a:defRPr>
            </a:pPr>
            <a:r>
              <a:rPr sz="2100" b="0">
                <a:solidFill>
                  <a:srgbClr val="162D23"/>
                </a:solidFill>
                <a:latin typeface="Arial"/>
                <a:ea typeface="Arial"/>
                <a:cs typeface="Arial"/>
              </a:rPr>
              <a:t>The submission specifies PLA parts, printed on a Bambu Lab P1S.</a:t>
            </a:r>
          </a:p>
        </p:txBody>
      </p:sp>
      <p:sp>
        <p:nvSpPr>
          <p:cNvPr id="9" name="Python and SciPy supported the NACA 65-810 fan geometry">
            <a:extLst xmlns:a="http://schemas.openxmlformats.org/drawingml/2006/main">
              <a:ext uri="{FF2B5EF4-FFF2-40B4-BE49-F238E27FC236}">
                <a16:creationId xmlns:a16="http://schemas.microsoft.com/office/drawing/2014/main" id="{C3E9A4A2-FA8B-4EDA-9D56-219CD562DD0E}"/>
              </a:ext>
            </a:extLst>
          </p:cNvPr>
          <p:cNvSpPr>
            <a:spLocks xmlns:a="http://schemas.openxmlformats.org/drawingml/2006/main" noGrp="1"/>
          </p:cNvSpPr>
          <p:nvPr/>
        </p:nvSpPr>
        <p:spPr>
          <a:xfrm xmlns:a="http://schemas.openxmlformats.org/drawingml/2006/main">
            <a:off x="619125" y="5495925"/>
            <a:ext cx="5162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3645A"/>
                </a:solidFill>
                <a:latin typeface="Arial"/>
                <a:ea typeface="Arial"/>
                <a:cs typeface="Arial"/>
              </a:defRPr>
            </a:defPPr>
            <a:lvl1pPr>
              <a:defRPr sz="1950" b="0">
                <a:solidFill>
                  <a:srgbClr val="53645A"/>
                </a:solidFill>
                <a:latin typeface="Arial"/>
                <a:ea typeface="Arial"/>
                <a:cs typeface="Arial"/>
              </a:defRPr>
            </a:lvl1pPr>
            <a:lvl2pPr>
              <a:defRPr sz="1950" b="0">
                <a:solidFill>
                  <a:srgbClr val="53645A"/>
                </a:solidFill>
                <a:latin typeface="Arial"/>
                <a:ea typeface="Arial"/>
                <a:cs typeface="Arial"/>
              </a:defRPr>
            </a:lvl2pPr>
            <a:lvl3pPr>
              <a:defRPr sz="1950" b="0">
                <a:solidFill>
                  <a:srgbClr val="53645A"/>
                </a:solidFill>
                <a:latin typeface="Arial"/>
                <a:ea typeface="Arial"/>
                <a:cs typeface="Arial"/>
              </a:defRPr>
            </a:lvl3pPr>
            <a:lvl4pPr>
              <a:defRPr sz="1950" b="0">
                <a:solidFill>
                  <a:srgbClr val="53645A"/>
                </a:solidFill>
                <a:latin typeface="Arial"/>
                <a:ea typeface="Arial"/>
                <a:cs typeface="Arial"/>
              </a:defRPr>
            </a:lvl4pPr>
            <a:lvl5pPr>
              <a:defRPr sz="1950" b="0">
                <a:solidFill>
                  <a:srgbClr val="53645A"/>
                </a:solidFill>
                <a:latin typeface="Arial"/>
                <a:ea typeface="Arial"/>
                <a:cs typeface="Arial"/>
              </a:defRPr>
            </a:lvl5pPr>
            <a:lvl6pPr>
              <a:defRPr sz="1950" b="0">
                <a:solidFill>
                  <a:srgbClr val="53645A"/>
                </a:solidFill>
                <a:latin typeface="Arial"/>
                <a:ea typeface="Arial"/>
                <a:cs typeface="Arial"/>
              </a:defRPr>
            </a:lvl6pPr>
            <a:lvl7pPr>
              <a:defRPr sz="1950" b="0">
                <a:solidFill>
                  <a:srgbClr val="53645A"/>
                </a:solidFill>
                <a:latin typeface="Arial"/>
                <a:ea typeface="Arial"/>
                <a:cs typeface="Arial"/>
              </a:defRPr>
            </a:lvl7pPr>
            <a:lvl8pPr>
              <a:defRPr sz="1950" b="0">
                <a:solidFill>
                  <a:srgbClr val="53645A"/>
                </a:solidFill>
                <a:latin typeface="Arial"/>
                <a:ea typeface="Arial"/>
                <a:cs typeface="Arial"/>
              </a:defRPr>
            </a:lvl8pPr>
            <a:lvl9pPr>
              <a:defRPr sz="1950" b="0">
                <a:solidFill>
                  <a:srgbClr val="53645A"/>
                </a:solidFill>
                <a:latin typeface="Arial"/>
                <a:ea typeface="Arial"/>
                <a:cs typeface="Arial"/>
              </a:defRPr>
            </a:lvl9pPr>
          </a:lstStyle>
          <a:p xmlns:a="http://schemas.openxmlformats.org/drawingml/2006/main">
            <a:pPr>
              <a:defRPr sz="1950" b="0">
                <a:solidFill>
                  <a:srgbClr val="53645A"/>
                </a:solidFill>
                <a:latin typeface="Arial"/>
                <a:ea typeface="Arial"/>
                <a:cs typeface="Arial"/>
              </a:defRPr>
            </a:pPr>
            <a:r>
              <a:rPr sz="1950" b="0">
                <a:solidFill>
                  <a:srgbClr val="53645A"/>
                </a:solidFill>
                <a:latin typeface="Arial"/>
                <a:ea typeface="Arial"/>
                <a:cs typeface="Arial"/>
              </a:rPr>
              <a:t>Python and SciPy supported the NACA 65-810 fan geometry.</a:t>
            </a:r>
          </a:p>
        </p:txBody>
      </p:sp>
    </p:spTree>
    <p:extLst>
      <p:ext uri="{BB962C8B-B14F-4D97-AF65-F5344CB8AC3E}">
        <p14:creationId xmlns:p14="http://schemas.microsoft.com/office/powerpoint/2010/main" val="1947407231"/>
      </p:ext>
    </p:extLst>
  </p:cSld>
</p:sld>
</file>

<file path=ppt/slides/slide6.xml><?xml version="1.0" encoding="utf-8"?>
<p:sld xmlns:p="http://schemas.openxmlformats.org/presentationml/2006/main">
  <p:cSld>
    <p:bg>
      <p:bgPr>
        <a:solidFill xmlns:a="http://schemas.openxmlformats.org/drawingml/2006/main">
          <a:srgbClr val="101713"/>
        </a:solidFill>
      </p:bgPr>
    </p:bg>
    <p:spTree>
      <p:nvGrpSpPr>
        <p:cNvPr id="1" name=""/>
        <p:cNvGrpSpPr/>
        <p:nvPr/>
      </p:nvGrpSpPr>
      <p:grpSpPr>
        <a:xfrm xmlns:a="http://schemas.openxmlformats.org/drawingml/2006/main"/>
      </p:grpSpPr>
      <p:sp>
        <p:nvSpPr>
          <p:cNvPr id="2" name="The interactive engineering website">
            <a:extLst xmlns:a="http://schemas.openxmlformats.org/drawingml/2006/main">
              <a:ext uri="{FF2B5EF4-FFF2-40B4-BE49-F238E27FC236}">
                <a16:creationId xmlns:a16="http://schemas.microsoft.com/office/drawing/2014/main" id="{45B7DFDB-DC4E-4E38-9626-065C66944126}"/>
              </a:ext>
            </a:extLst>
          </p:cNvPr>
          <p:cNvSpPr>
            <a:spLocks xmlns:a="http://schemas.openxmlformats.org/drawingml/2006/main" noGrp="1"/>
          </p:cNvSpPr>
          <p:nvPr/>
        </p:nvSpPr>
        <p:spPr>
          <a:xfrm xmlns:a="http://schemas.openxmlformats.org/drawingml/2006/main">
            <a:off x="609600" y="428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4F3EB"/>
                </a:solidFill>
                <a:latin typeface="Arial"/>
                <a:ea typeface="Arial"/>
                <a:cs typeface="Arial"/>
              </a:defRPr>
            </a:defPPr>
            <a:lvl1pPr>
              <a:defRPr sz="3300" b="1">
                <a:solidFill>
                  <a:srgbClr val="F4F3EB"/>
                </a:solidFill>
                <a:latin typeface="Arial"/>
                <a:ea typeface="Arial"/>
                <a:cs typeface="Arial"/>
              </a:defRPr>
            </a:lvl1pPr>
            <a:lvl2pPr>
              <a:defRPr sz="3300" b="1">
                <a:solidFill>
                  <a:srgbClr val="F4F3EB"/>
                </a:solidFill>
                <a:latin typeface="Arial"/>
                <a:ea typeface="Arial"/>
                <a:cs typeface="Arial"/>
              </a:defRPr>
            </a:lvl2pPr>
            <a:lvl3pPr>
              <a:defRPr sz="3300" b="1">
                <a:solidFill>
                  <a:srgbClr val="F4F3EB"/>
                </a:solidFill>
                <a:latin typeface="Arial"/>
                <a:ea typeface="Arial"/>
                <a:cs typeface="Arial"/>
              </a:defRPr>
            </a:lvl3pPr>
            <a:lvl4pPr>
              <a:defRPr sz="3300" b="1">
                <a:solidFill>
                  <a:srgbClr val="F4F3EB"/>
                </a:solidFill>
                <a:latin typeface="Arial"/>
                <a:ea typeface="Arial"/>
                <a:cs typeface="Arial"/>
              </a:defRPr>
            </a:lvl4pPr>
            <a:lvl5pPr>
              <a:defRPr sz="3300" b="1">
                <a:solidFill>
                  <a:srgbClr val="F4F3EB"/>
                </a:solidFill>
                <a:latin typeface="Arial"/>
                <a:ea typeface="Arial"/>
                <a:cs typeface="Arial"/>
              </a:defRPr>
            </a:lvl5pPr>
            <a:lvl6pPr>
              <a:defRPr sz="3300" b="1">
                <a:solidFill>
                  <a:srgbClr val="F4F3EB"/>
                </a:solidFill>
                <a:latin typeface="Arial"/>
                <a:ea typeface="Arial"/>
                <a:cs typeface="Arial"/>
              </a:defRPr>
            </a:lvl6pPr>
            <a:lvl7pPr>
              <a:defRPr sz="3300" b="1">
                <a:solidFill>
                  <a:srgbClr val="F4F3EB"/>
                </a:solidFill>
                <a:latin typeface="Arial"/>
                <a:ea typeface="Arial"/>
                <a:cs typeface="Arial"/>
              </a:defRPr>
            </a:lvl7pPr>
            <a:lvl8pPr>
              <a:defRPr sz="3300" b="1">
                <a:solidFill>
                  <a:srgbClr val="F4F3EB"/>
                </a:solidFill>
                <a:latin typeface="Arial"/>
                <a:ea typeface="Arial"/>
                <a:cs typeface="Arial"/>
              </a:defRPr>
            </a:lvl8pPr>
            <a:lvl9pPr>
              <a:defRPr sz="3300" b="1">
                <a:solidFill>
                  <a:srgbClr val="F4F3EB"/>
                </a:solidFill>
                <a:latin typeface="Arial"/>
                <a:ea typeface="Arial"/>
                <a:cs typeface="Arial"/>
              </a:defRPr>
            </a:lvl9pPr>
          </a:lstStyle>
          <a:p xmlns:a="http://schemas.openxmlformats.org/drawingml/2006/main">
            <a:pPr>
              <a:defRPr sz="3300" b="1">
                <a:solidFill>
                  <a:srgbClr val="F4F3EB"/>
                </a:solidFill>
                <a:latin typeface="Arial"/>
                <a:ea typeface="Arial"/>
                <a:cs typeface="Arial"/>
              </a:defRPr>
            </a:pPr>
            <a:r>
              <a:rPr sz="3300" b="1">
                <a:solidFill>
                  <a:srgbClr val="F4F3EB"/>
                </a:solidFill>
                <a:latin typeface="Arial"/>
                <a:ea typeface="Arial"/>
                <a:cs typeface="Arial"/>
              </a:rPr>
              <a:t>The interactive engineering website</a:t>
            </a:r>
          </a:p>
        </p:txBody>
      </p:sp>
      <p:sp>
        <p:nvSpPr>
          <p:cNvPr id="3" name="06">
            <a:extLst xmlns:a="http://schemas.openxmlformats.org/drawingml/2006/main">
              <a:ext uri="{FF2B5EF4-FFF2-40B4-BE49-F238E27FC236}">
                <a16:creationId xmlns:a16="http://schemas.microsoft.com/office/drawing/2014/main" id="{CB72AB9C-BC02-4516-B57A-DADA7B256910}"/>
              </a:ext>
            </a:extLst>
          </p:cNvPr>
          <p:cNvSpPr>
            <a:spLocks xmlns:a="http://schemas.openxmlformats.org/drawingml/2006/main" noGrp="1"/>
          </p:cNvSpPr>
          <p:nvPr/>
        </p:nvSpPr>
        <p:spPr>
          <a:xfrm xmlns:a="http://schemas.openxmlformats.org/drawingml/2006/main">
            <a:off x="11077575" y="628650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EC0B1"/>
                </a:solidFill>
                <a:latin typeface="Arial"/>
                <a:ea typeface="Arial"/>
                <a:cs typeface="Arial"/>
              </a:defRPr>
            </a:defPPr>
            <a:lvl1pPr>
              <a:defRPr sz="1275" b="0">
                <a:solidFill>
                  <a:srgbClr val="AEC0B1"/>
                </a:solidFill>
                <a:latin typeface="Arial"/>
                <a:ea typeface="Arial"/>
                <a:cs typeface="Arial"/>
              </a:defRPr>
            </a:lvl1pPr>
            <a:lvl2pPr>
              <a:defRPr sz="1275" b="0">
                <a:solidFill>
                  <a:srgbClr val="AEC0B1"/>
                </a:solidFill>
                <a:latin typeface="Arial"/>
                <a:ea typeface="Arial"/>
                <a:cs typeface="Arial"/>
              </a:defRPr>
            </a:lvl2pPr>
            <a:lvl3pPr>
              <a:defRPr sz="1275" b="0">
                <a:solidFill>
                  <a:srgbClr val="AEC0B1"/>
                </a:solidFill>
                <a:latin typeface="Arial"/>
                <a:ea typeface="Arial"/>
                <a:cs typeface="Arial"/>
              </a:defRPr>
            </a:lvl3pPr>
            <a:lvl4pPr>
              <a:defRPr sz="1275" b="0">
                <a:solidFill>
                  <a:srgbClr val="AEC0B1"/>
                </a:solidFill>
                <a:latin typeface="Arial"/>
                <a:ea typeface="Arial"/>
                <a:cs typeface="Arial"/>
              </a:defRPr>
            </a:lvl4pPr>
            <a:lvl5pPr>
              <a:defRPr sz="1275" b="0">
                <a:solidFill>
                  <a:srgbClr val="AEC0B1"/>
                </a:solidFill>
                <a:latin typeface="Arial"/>
                <a:ea typeface="Arial"/>
                <a:cs typeface="Arial"/>
              </a:defRPr>
            </a:lvl5pPr>
            <a:lvl6pPr>
              <a:defRPr sz="1275" b="0">
                <a:solidFill>
                  <a:srgbClr val="AEC0B1"/>
                </a:solidFill>
                <a:latin typeface="Arial"/>
                <a:ea typeface="Arial"/>
                <a:cs typeface="Arial"/>
              </a:defRPr>
            </a:lvl6pPr>
            <a:lvl7pPr>
              <a:defRPr sz="1275" b="0">
                <a:solidFill>
                  <a:srgbClr val="AEC0B1"/>
                </a:solidFill>
                <a:latin typeface="Arial"/>
                <a:ea typeface="Arial"/>
                <a:cs typeface="Arial"/>
              </a:defRPr>
            </a:lvl7pPr>
            <a:lvl8pPr>
              <a:defRPr sz="1275" b="0">
                <a:solidFill>
                  <a:srgbClr val="AEC0B1"/>
                </a:solidFill>
                <a:latin typeface="Arial"/>
                <a:ea typeface="Arial"/>
                <a:cs typeface="Arial"/>
              </a:defRPr>
            </a:lvl8pPr>
            <a:lvl9pPr>
              <a:defRPr sz="1275" b="0">
                <a:solidFill>
                  <a:srgbClr val="AEC0B1"/>
                </a:solidFill>
                <a:latin typeface="Arial"/>
                <a:ea typeface="Arial"/>
                <a:cs typeface="Arial"/>
              </a:defRPr>
            </a:lvl9pPr>
          </a:lstStyle>
          <a:p xmlns:a="http://schemas.openxmlformats.org/drawingml/2006/main">
            <a:pPr>
              <a:defRPr sz="1275" b="0">
                <a:solidFill>
                  <a:srgbClr val="AEC0B1"/>
                </a:solidFill>
                <a:latin typeface="Arial"/>
                <a:ea typeface="Arial"/>
                <a:cs typeface="Arial"/>
              </a:defRPr>
            </a:pPr>
            <a:r>
              <a:rPr sz="1275" b="0">
                <a:solidFill>
                  <a:srgbClr val="AEC0B1"/>
                </a:solidFill>
                <a:latin typeface="Arial"/>
                <a:ea typeface="Arial"/>
                <a:cs typeface="Arial"/>
              </a:rPr>
              <a:t>06</a:t>
            </a:r>
          </a:p>
        </p:txBody>
      </p:sp>
      <p:pic>
        <p:nvPicPr>
          <p:cNvPr id="4" name="">
            <a:extLst xmlns:a="http://schemas.openxmlformats.org/drawingml/2006/main">
              <a:ext uri="{FF2B5EF4-FFF2-40B4-BE49-F238E27FC236}">
                <a16:creationId xmlns:a16="http://schemas.microsoft.com/office/drawing/2014/main" id="{87582390-E19E-4548-9CEE-66FBDA3E5DB7}"/>
              </a:ext>
            </a:extLst>
          </p:cNvPr>
          <p:cNvPicPr>
            <a:picLocks xmlns:a="http://schemas.openxmlformats.org/drawingml/2006/main" noChangeAspect="1"/>
          </p:cNvPicPr>
          <p:nvPr/>
        </p:nvPicPr>
        <p:blipFill>
          <a:blip xmlns:r="http://schemas.openxmlformats.org/officeDocument/2006/relationships" xmlns:a="http://schemas.openxmlformats.org/drawingml/2006/main" r:embed="R1f4e9e3037394fed"/>
          <a:stretch xmlns:a="http://schemas.openxmlformats.org/drawingml/2006/main"/>
        </p:blipFill>
        <p:spPr>
          <a:xfrm xmlns:a="http://schemas.openxmlformats.org/drawingml/2006/main">
            <a:off x="1239260" y="1524000"/>
            <a:ext cx="6608330" cy="4591050"/>
          </a:xfrm>
          <a:prstGeom xmlns:a="http://schemas.openxmlformats.org/drawingml/2006/main" prst="rect">
            <a:avLst/>
          </a:prstGeom>
        </p:spPr>
      </p:pic>
      <p:sp>
        <p:nvSpPr>
          <p:cNvPr id="5" name="Wind-driven core">
            <a:extLst xmlns:a="http://schemas.openxmlformats.org/drawingml/2006/main">
              <a:ext uri="{FF2B5EF4-FFF2-40B4-BE49-F238E27FC236}">
                <a16:creationId xmlns:a16="http://schemas.microsoft.com/office/drawing/2014/main" id="{51138D5B-00B8-42D2-B516-F5EE4695AFD6}"/>
              </a:ext>
            </a:extLst>
          </p:cNvPr>
          <p:cNvSpPr>
            <a:spLocks xmlns:a="http://schemas.openxmlformats.org/drawingml/2006/main" noGrp="1"/>
          </p:cNvSpPr>
          <p:nvPr/>
        </p:nvSpPr>
        <p:spPr>
          <a:xfrm xmlns:a="http://schemas.openxmlformats.org/drawingml/2006/main">
            <a:off x="8877300" y="1752600"/>
            <a:ext cx="27432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C5DD9A"/>
                </a:solidFill>
                <a:latin typeface="Arial"/>
                <a:ea typeface="Arial"/>
                <a:cs typeface="Arial"/>
              </a:defRPr>
            </a:defPPr>
            <a:lvl1pPr>
              <a:defRPr sz="2250" b="1">
                <a:solidFill>
                  <a:srgbClr val="C5DD9A"/>
                </a:solidFill>
                <a:latin typeface="Arial"/>
                <a:ea typeface="Arial"/>
                <a:cs typeface="Arial"/>
              </a:defRPr>
            </a:lvl1pPr>
            <a:lvl2pPr>
              <a:defRPr sz="2250" b="1">
                <a:solidFill>
                  <a:srgbClr val="C5DD9A"/>
                </a:solidFill>
                <a:latin typeface="Arial"/>
                <a:ea typeface="Arial"/>
                <a:cs typeface="Arial"/>
              </a:defRPr>
            </a:lvl2pPr>
            <a:lvl3pPr>
              <a:defRPr sz="2250" b="1">
                <a:solidFill>
                  <a:srgbClr val="C5DD9A"/>
                </a:solidFill>
                <a:latin typeface="Arial"/>
                <a:ea typeface="Arial"/>
                <a:cs typeface="Arial"/>
              </a:defRPr>
            </a:lvl3pPr>
            <a:lvl4pPr>
              <a:defRPr sz="2250" b="1">
                <a:solidFill>
                  <a:srgbClr val="C5DD9A"/>
                </a:solidFill>
                <a:latin typeface="Arial"/>
                <a:ea typeface="Arial"/>
                <a:cs typeface="Arial"/>
              </a:defRPr>
            </a:lvl4pPr>
            <a:lvl5pPr>
              <a:defRPr sz="2250" b="1">
                <a:solidFill>
                  <a:srgbClr val="C5DD9A"/>
                </a:solidFill>
                <a:latin typeface="Arial"/>
                <a:ea typeface="Arial"/>
                <a:cs typeface="Arial"/>
              </a:defRPr>
            </a:lvl5pPr>
            <a:lvl6pPr>
              <a:defRPr sz="2250" b="1">
                <a:solidFill>
                  <a:srgbClr val="C5DD9A"/>
                </a:solidFill>
                <a:latin typeface="Arial"/>
                <a:ea typeface="Arial"/>
                <a:cs typeface="Arial"/>
              </a:defRPr>
            </a:lvl6pPr>
            <a:lvl7pPr>
              <a:defRPr sz="2250" b="1">
                <a:solidFill>
                  <a:srgbClr val="C5DD9A"/>
                </a:solidFill>
                <a:latin typeface="Arial"/>
                <a:ea typeface="Arial"/>
                <a:cs typeface="Arial"/>
              </a:defRPr>
            </a:lvl7pPr>
            <a:lvl8pPr>
              <a:defRPr sz="2250" b="1">
                <a:solidFill>
                  <a:srgbClr val="C5DD9A"/>
                </a:solidFill>
                <a:latin typeface="Arial"/>
                <a:ea typeface="Arial"/>
                <a:cs typeface="Arial"/>
              </a:defRPr>
            </a:lvl8pPr>
            <a:lvl9pPr>
              <a:defRPr sz="2250" b="1">
                <a:solidFill>
                  <a:srgbClr val="C5DD9A"/>
                </a:solidFill>
                <a:latin typeface="Arial"/>
                <a:ea typeface="Arial"/>
                <a:cs typeface="Arial"/>
              </a:defRPr>
            </a:lvl9pPr>
          </a:lstStyle>
          <a:p xmlns:a="http://schemas.openxmlformats.org/drawingml/2006/main">
            <a:pPr>
              <a:defRPr sz="2250" b="1">
                <a:solidFill>
                  <a:srgbClr val="C5DD9A"/>
                </a:solidFill>
                <a:latin typeface="Arial"/>
                <a:ea typeface="Arial"/>
                <a:cs typeface="Arial"/>
              </a:defRPr>
            </a:pPr>
            <a:r>
              <a:rPr sz="2250" b="1">
                <a:solidFill>
                  <a:srgbClr val="C5DD9A"/>
                </a:solidFill>
                <a:latin typeface="Arial"/>
                <a:ea typeface="Arial"/>
                <a:cs typeface="Arial"/>
              </a:rPr>
              <a:t>Wind-driven core</a:t>
            </a:r>
          </a:p>
        </p:txBody>
      </p:sp>
      <p:sp>
        <p:nvSpPr>
          <p:cNvPr id="6" name="Explore ventilation and pond scenarios.">
            <a:extLst xmlns:a="http://schemas.openxmlformats.org/drawingml/2006/main">
              <a:ext uri="{FF2B5EF4-FFF2-40B4-BE49-F238E27FC236}">
                <a16:creationId xmlns:a16="http://schemas.microsoft.com/office/drawing/2014/main" id="{23D371B2-D643-4728-A71C-2E8BC10ECB31}"/>
              </a:ext>
            </a:extLst>
          </p:cNvPr>
          <p:cNvSpPr>
            <a:spLocks xmlns:a="http://schemas.openxmlformats.org/drawingml/2006/main" noGrp="1"/>
          </p:cNvSpPr>
          <p:nvPr/>
        </p:nvSpPr>
        <p:spPr>
          <a:xfrm xmlns:a="http://schemas.openxmlformats.org/drawingml/2006/main">
            <a:off x="8877300" y="2524125"/>
            <a:ext cx="2743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4F3EB"/>
                </a:solidFill>
                <a:latin typeface="Arial"/>
                <a:ea typeface="Arial"/>
                <a:cs typeface="Arial"/>
              </a:defRPr>
            </a:defPPr>
            <a:lvl1pPr>
              <a:defRPr sz="1950" b="0">
                <a:solidFill>
                  <a:srgbClr val="F4F3EB"/>
                </a:solidFill>
                <a:latin typeface="Arial"/>
                <a:ea typeface="Arial"/>
                <a:cs typeface="Arial"/>
              </a:defRPr>
            </a:lvl1pPr>
            <a:lvl2pPr>
              <a:defRPr sz="1950" b="0">
                <a:solidFill>
                  <a:srgbClr val="F4F3EB"/>
                </a:solidFill>
                <a:latin typeface="Arial"/>
                <a:ea typeface="Arial"/>
                <a:cs typeface="Arial"/>
              </a:defRPr>
            </a:lvl2pPr>
            <a:lvl3pPr>
              <a:defRPr sz="1950" b="0">
                <a:solidFill>
                  <a:srgbClr val="F4F3EB"/>
                </a:solidFill>
                <a:latin typeface="Arial"/>
                <a:ea typeface="Arial"/>
                <a:cs typeface="Arial"/>
              </a:defRPr>
            </a:lvl3pPr>
            <a:lvl4pPr>
              <a:defRPr sz="1950" b="0">
                <a:solidFill>
                  <a:srgbClr val="F4F3EB"/>
                </a:solidFill>
                <a:latin typeface="Arial"/>
                <a:ea typeface="Arial"/>
                <a:cs typeface="Arial"/>
              </a:defRPr>
            </a:lvl4pPr>
            <a:lvl5pPr>
              <a:defRPr sz="1950" b="0">
                <a:solidFill>
                  <a:srgbClr val="F4F3EB"/>
                </a:solidFill>
                <a:latin typeface="Arial"/>
                <a:ea typeface="Arial"/>
                <a:cs typeface="Arial"/>
              </a:defRPr>
            </a:lvl5pPr>
            <a:lvl6pPr>
              <a:defRPr sz="1950" b="0">
                <a:solidFill>
                  <a:srgbClr val="F4F3EB"/>
                </a:solidFill>
                <a:latin typeface="Arial"/>
                <a:ea typeface="Arial"/>
                <a:cs typeface="Arial"/>
              </a:defRPr>
            </a:lvl6pPr>
            <a:lvl7pPr>
              <a:defRPr sz="1950" b="0">
                <a:solidFill>
                  <a:srgbClr val="F4F3EB"/>
                </a:solidFill>
                <a:latin typeface="Arial"/>
                <a:ea typeface="Arial"/>
                <a:cs typeface="Arial"/>
              </a:defRPr>
            </a:lvl7pPr>
            <a:lvl8pPr>
              <a:defRPr sz="1950" b="0">
                <a:solidFill>
                  <a:srgbClr val="F4F3EB"/>
                </a:solidFill>
                <a:latin typeface="Arial"/>
                <a:ea typeface="Arial"/>
                <a:cs typeface="Arial"/>
              </a:defRPr>
            </a:lvl8pPr>
            <a:lvl9pPr>
              <a:defRPr sz="1950" b="0">
                <a:solidFill>
                  <a:srgbClr val="F4F3EB"/>
                </a:solidFill>
                <a:latin typeface="Arial"/>
                <a:ea typeface="Arial"/>
                <a:cs typeface="Arial"/>
              </a:defRPr>
            </a:lvl9pPr>
          </a:lstStyle>
          <a:p xmlns:a="http://schemas.openxmlformats.org/drawingml/2006/main">
            <a:pPr>
              <a:defRPr sz="1950" b="0">
                <a:solidFill>
                  <a:srgbClr val="F4F3EB"/>
                </a:solidFill>
                <a:latin typeface="Arial"/>
                <a:ea typeface="Arial"/>
                <a:cs typeface="Arial"/>
              </a:defRPr>
            </a:pPr>
            <a:r>
              <a:rPr sz="1950" b="0">
                <a:solidFill>
                  <a:srgbClr val="F4F3EB"/>
                </a:solidFill>
                <a:latin typeface="Arial"/>
                <a:ea typeface="Arial"/>
                <a:cs typeface="Arial"/>
              </a:rPr>
              <a:t>Explore ventilation and pond scenarios.</a:t>
            </a:r>
          </a:p>
        </p:txBody>
      </p:sp>
      <p:sp>
        <p:nvSpPr>
          <p:cNvPr id="7" name="Solar-assisted concept">
            <a:extLst xmlns:a="http://schemas.openxmlformats.org/drawingml/2006/main">
              <a:ext uri="{FF2B5EF4-FFF2-40B4-BE49-F238E27FC236}">
                <a16:creationId xmlns:a16="http://schemas.microsoft.com/office/drawing/2014/main" id="{FD956239-AE1A-4DC0-9FC4-DFEB26AFEAC4}"/>
              </a:ext>
            </a:extLst>
          </p:cNvPr>
          <p:cNvSpPr>
            <a:spLocks xmlns:a="http://schemas.openxmlformats.org/drawingml/2006/main" noGrp="1"/>
          </p:cNvSpPr>
          <p:nvPr/>
        </p:nvSpPr>
        <p:spPr>
          <a:xfrm xmlns:a="http://schemas.openxmlformats.org/drawingml/2006/main">
            <a:off x="8877300" y="3619500"/>
            <a:ext cx="274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C5DD9A"/>
                </a:solidFill>
                <a:latin typeface="Arial"/>
                <a:ea typeface="Arial"/>
                <a:cs typeface="Arial"/>
              </a:defRPr>
            </a:defPPr>
            <a:lvl1pPr>
              <a:defRPr sz="2250" b="1">
                <a:solidFill>
                  <a:srgbClr val="C5DD9A"/>
                </a:solidFill>
                <a:latin typeface="Arial"/>
                <a:ea typeface="Arial"/>
                <a:cs typeface="Arial"/>
              </a:defRPr>
            </a:lvl1pPr>
            <a:lvl2pPr>
              <a:defRPr sz="2250" b="1">
                <a:solidFill>
                  <a:srgbClr val="C5DD9A"/>
                </a:solidFill>
                <a:latin typeface="Arial"/>
                <a:ea typeface="Arial"/>
                <a:cs typeface="Arial"/>
              </a:defRPr>
            </a:lvl2pPr>
            <a:lvl3pPr>
              <a:defRPr sz="2250" b="1">
                <a:solidFill>
                  <a:srgbClr val="C5DD9A"/>
                </a:solidFill>
                <a:latin typeface="Arial"/>
                <a:ea typeface="Arial"/>
                <a:cs typeface="Arial"/>
              </a:defRPr>
            </a:lvl3pPr>
            <a:lvl4pPr>
              <a:defRPr sz="2250" b="1">
                <a:solidFill>
                  <a:srgbClr val="C5DD9A"/>
                </a:solidFill>
                <a:latin typeface="Arial"/>
                <a:ea typeface="Arial"/>
                <a:cs typeface="Arial"/>
              </a:defRPr>
            </a:lvl4pPr>
            <a:lvl5pPr>
              <a:defRPr sz="2250" b="1">
                <a:solidFill>
                  <a:srgbClr val="C5DD9A"/>
                </a:solidFill>
                <a:latin typeface="Arial"/>
                <a:ea typeface="Arial"/>
                <a:cs typeface="Arial"/>
              </a:defRPr>
            </a:lvl5pPr>
            <a:lvl6pPr>
              <a:defRPr sz="2250" b="1">
                <a:solidFill>
                  <a:srgbClr val="C5DD9A"/>
                </a:solidFill>
                <a:latin typeface="Arial"/>
                <a:ea typeface="Arial"/>
                <a:cs typeface="Arial"/>
              </a:defRPr>
            </a:lvl6pPr>
            <a:lvl7pPr>
              <a:defRPr sz="2250" b="1">
                <a:solidFill>
                  <a:srgbClr val="C5DD9A"/>
                </a:solidFill>
                <a:latin typeface="Arial"/>
                <a:ea typeface="Arial"/>
                <a:cs typeface="Arial"/>
              </a:defRPr>
            </a:lvl7pPr>
            <a:lvl8pPr>
              <a:defRPr sz="2250" b="1">
                <a:solidFill>
                  <a:srgbClr val="C5DD9A"/>
                </a:solidFill>
                <a:latin typeface="Arial"/>
                <a:ea typeface="Arial"/>
                <a:cs typeface="Arial"/>
              </a:defRPr>
            </a:lvl8pPr>
            <a:lvl9pPr>
              <a:defRPr sz="2250" b="1">
                <a:solidFill>
                  <a:srgbClr val="C5DD9A"/>
                </a:solidFill>
                <a:latin typeface="Arial"/>
                <a:ea typeface="Arial"/>
                <a:cs typeface="Arial"/>
              </a:defRPr>
            </a:lvl9pPr>
          </a:lstStyle>
          <a:p xmlns:a="http://schemas.openxmlformats.org/drawingml/2006/main">
            <a:pPr>
              <a:defRPr sz="2250" b="1">
                <a:solidFill>
                  <a:srgbClr val="C5DD9A"/>
                </a:solidFill>
                <a:latin typeface="Arial"/>
                <a:ea typeface="Arial"/>
                <a:cs typeface="Arial"/>
              </a:defRPr>
            </a:pPr>
            <a:r>
              <a:rPr sz="2250" b="1">
                <a:solidFill>
                  <a:srgbClr val="C5DD9A"/>
                </a:solidFill>
                <a:latin typeface="Arial"/>
                <a:ea typeface="Arial"/>
                <a:cs typeface="Arial"/>
              </a:rPr>
              <a:t>Solar-assisted concept</a:t>
            </a:r>
          </a:p>
        </p:txBody>
      </p:sp>
      <p:sp>
        <p:nvSpPr>
          <p:cNvPr id="8" name="Explore battery and motor support when wind drops.">
            <a:extLst xmlns:a="http://schemas.openxmlformats.org/drawingml/2006/main">
              <a:ext uri="{FF2B5EF4-FFF2-40B4-BE49-F238E27FC236}">
                <a16:creationId xmlns:a16="http://schemas.microsoft.com/office/drawing/2014/main" id="{34D9EBCA-8753-41C7-98FF-BBB40A6B5DE3}"/>
              </a:ext>
            </a:extLst>
          </p:cNvPr>
          <p:cNvSpPr>
            <a:spLocks xmlns:a="http://schemas.openxmlformats.org/drawingml/2006/main" noGrp="1"/>
          </p:cNvSpPr>
          <p:nvPr/>
        </p:nvSpPr>
        <p:spPr>
          <a:xfrm xmlns:a="http://schemas.openxmlformats.org/drawingml/2006/main">
            <a:off x="8877300" y="4486275"/>
            <a:ext cx="2743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4F3EB"/>
                </a:solidFill>
                <a:latin typeface="Arial"/>
                <a:ea typeface="Arial"/>
                <a:cs typeface="Arial"/>
              </a:defRPr>
            </a:defPPr>
            <a:lvl1pPr>
              <a:defRPr sz="1950" b="0">
                <a:solidFill>
                  <a:srgbClr val="F4F3EB"/>
                </a:solidFill>
                <a:latin typeface="Arial"/>
                <a:ea typeface="Arial"/>
                <a:cs typeface="Arial"/>
              </a:defRPr>
            </a:lvl1pPr>
            <a:lvl2pPr>
              <a:defRPr sz="1950" b="0">
                <a:solidFill>
                  <a:srgbClr val="F4F3EB"/>
                </a:solidFill>
                <a:latin typeface="Arial"/>
                <a:ea typeface="Arial"/>
                <a:cs typeface="Arial"/>
              </a:defRPr>
            </a:lvl2pPr>
            <a:lvl3pPr>
              <a:defRPr sz="1950" b="0">
                <a:solidFill>
                  <a:srgbClr val="F4F3EB"/>
                </a:solidFill>
                <a:latin typeface="Arial"/>
                <a:ea typeface="Arial"/>
                <a:cs typeface="Arial"/>
              </a:defRPr>
            </a:lvl3pPr>
            <a:lvl4pPr>
              <a:defRPr sz="1950" b="0">
                <a:solidFill>
                  <a:srgbClr val="F4F3EB"/>
                </a:solidFill>
                <a:latin typeface="Arial"/>
                <a:ea typeface="Arial"/>
                <a:cs typeface="Arial"/>
              </a:defRPr>
            </a:lvl4pPr>
            <a:lvl5pPr>
              <a:defRPr sz="1950" b="0">
                <a:solidFill>
                  <a:srgbClr val="F4F3EB"/>
                </a:solidFill>
                <a:latin typeface="Arial"/>
                <a:ea typeface="Arial"/>
                <a:cs typeface="Arial"/>
              </a:defRPr>
            </a:lvl5pPr>
            <a:lvl6pPr>
              <a:defRPr sz="1950" b="0">
                <a:solidFill>
                  <a:srgbClr val="F4F3EB"/>
                </a:solidFill>
                <a:latin typeface="Arial"/>
                <a:ea typeface="Arial"/>
                <a:cs typeface="Arial"/>
              </a:defRPr>
            </a:lvl6pPr>
            <a:lvl7pPr>
              <a:defRPr sz="1950" b="0">
                <a:solidFill>
                  <a:srgbClr val="F4F3EB"/>
                </a:solidFill>
                <a:latin typeface="Arial"/>
                <a:ea typeface="Arial"/>
                <a:cs typeface="Arial"/>
              </a:defRPr>
            </a:lvl7pPr>
            <a:lvl8pPr>
              <a:defRPr sz="1950" b="0">
                <a:solidFill>
                  <a:srgbClr val="F4F3EB"/>
                </a:solidFill>
                <a:latin typeface="Arial"/>
                <a:ea typeface="Arial"/>
                <a:cs typeface="Arial"/>
              </a:defRPr>
            </a:lvl8pPr>
            <a:lvl9pPr>
              <a:defRPr sz="1950" b="0">
                <a:solidFill>
                  <a:srgbClr val="F4F3EB"/>
                </a:solidFill>
                <a:latin typeface="Arial"/>
                <a:ea typeface="Arial"/>
                <a:cs typeface="Arial"/>
              </a:defRPr>
            </a:lvl9pPr>
          </a:lstStyle>
          <a:p xmlns:a="http://schemas.openxmlformats.org/drawingml/2006/main">
            <a:pPr>
              <a:defRPr sz="1950" b="0">
                <a:solidFill>
                  <a:srgbClr val="F4F3EB"/>
                </a:solidFill>
                <a:latin typeface="Arial"/>
                <a:ea typeface="Arial"/>
                <a:cs typeface="Arial"/>
              </a:defRPr>
            </a:pPr>
            <a:r>
              <a:rPr sz="1950" b="0">
                <a:solidFill>
                  <a:srgbClr val="F4F3EB"/>
                </a:solidFill>
                <a:latin typeface="Arial"/>
                <a:ea typeface="Arial"/>
                <a:cs typeface="Arial"/>
              </a:rPr>
              <a:t>Explore battery and motor support when wind drops.</a:t>
            </a:r>
          </a:p>
        </p:txBody>
      </p:sp>
      <p:sp>
        <p:nvSpPr>
          <p:cNvPr id="9" name="Simulation outputs are illustrative and await physical ">
            <a:extLst xmlns:a="http://schemas.openxmlformats.org/drawingml/2006/main">
              <a:ext uri="{FF2B5EF4-FFF2-40B4-BE49-F238E27FC236}">
                <a16:creationId xmlns:a16="http://schemas.microsoft.com/office/drawing/2014/main" id="{0CA5D969-E30E-44CF-8E4D-9F81C09A6FF0}"/>
              </a:ext>
            </a:extLst>
          </p:cNvPr>
          <p:cNvSpPr>
            <a:spLocks xmlns:a="http://schemas.openxmlformats.org/drawingml/2006/main" noGrp="1"/>
          </p:cNvSpPr>
          <p:nvPr/>
        </p:nvSpPr>
        <p:spPr>
          <a:xfrm xmlns:a="http://schemas.openxmlformats.org/drawingml/2006/main">
            <a:off x="609600" y="6305550"/>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EC0B1"/>
                </a:solidFill>
                <a:latin typeface="Arial"/>
                <a:ea typeface="Arial"/>
                <a:cs typeface="Arial"/>
              </a:defRPr>
            </a:defPPr>
            <a:lvl1pPr>
              <a:defRPr sz="1350" b="0">
                <a:solidFill>
                  <a:srgbClr val="AEC0B1"/>
                </a:solidFill>
                <a:latin typeface="Arial"/>
                <a:ea typeface="Arial"/>
                <a:cs typeface="Arial"/>
              </a:defRPr>
            </a:lvl1pPr>
            <a:lvl2pPr>
              <a:defRPr sz="1350" b="0">
                <a:solidFill>
                  <a:srgbClr val="AEC0B1"/>
                </a:solidFill>
                <a:latin typeface="Arial"/>
                <a:ea typeface="Arial"/>
                <a:cs typeface="Arial"/>
              </a:defRPr>
            </a:lvl2pPr>
            <a:lvl3pPr>
              <a:defRPr sz="1350" b="0">
                <a:solidFill>
                  <a:srgbClr val="AEC0B1"/>
                </a:solidFill>
                <a:latin typeface="Arial"/>
                <a:ea typeface="Arial"/>
                <a:cs typeface="Arial"/>
              </a:defRPr>
            </a:lvl3pPr>
            <a:lvl4pPr>
              <a:defRPr sz="1350" b="0">
                <a:solidFill>
                  <a:srgbClr val="AEC0B1"/>
                </a:solidFill>
                <a:latin typeface="Arial"/>
                <a:ea typeface="Arial"/>
                <a:cs typeface="Arial"/>
              </a:defRPr>
            </a:lvl4pPr>
            <a:lvl5pPr>
              <a:defRPr sz="1350" b="0">
                <a:solidFill>
                  <a:srgbClr val="AEC0B1"/>
                </a:solidFill>
                <a:latin typeface="Arial"/>
                <a:ea typeface="Arial"/>
                <a:cs typeface="Arial"/>
              </a:defRPr>
            </a:lvl5pPr>
            <a:lvl6pPr>
              <a:defRPr sz="1350" b="0">
                <a:solidFill>
                  <a:srgbClr val="AEC0B1"/>
                </a:solidFill>
                <a:latin typeface="Arial"/>
                <a:ea typeface="Arial"/>
                <a:cs typeface="Arial"/>
              </a:defRPr>
            </a:lvl6pPr>
            <a:lvl7pPr>
              <a:defRPr sz="1350" b="0">
                <a:solidFill>
                  <a:srgbClr val="AEC0B1"/>
                </a:solidFill>
                <a:latin typeface="Arial"/>
                <a:ea typeface="Arial"/>
                <a:cs typeface="Arial"/>
              </a:defRPr>
            </a:lvl7pPr>
            <a:lvl8pPr>
              <a:defRPr sz="1350" b="0">
                <a:solidFill>
                  <a:srgbClr val="AEC0B1"/>
                </a:solidFill>
                <a:latin typeface="Arial"/>
                <a:ea typeface="Arial"/>
                <a:cs typeface="Arial"/>
              </a:defRPr>
            </a:lvl8pPr>
            <a:lvl9pPr>
              <a:defRPr sz="1350" b="0">
                <a:solidFill>
                  <a:srgbClr val="AEC0B1"/>
                </a:solidFill>
                <a:latin typeface="Arial"/>
                <a:ea typeface="Arial"/>
                <a:cs typeface="Arial"/>
              </a:defRPr>
            </a:lvl9pPr>
          </a:lstStyle>
          <a:p xmlns:a="http://schemas.openxmlformats.org/drawingml/2006/main">
            <a:pPr>
              <a:defRPr sz="1350" b="0">
                <a:solidFill>
                  <a:srgbClr val="AEC0B1"/>
                </a:solidFill>
                <a:latin typeface="Arial"/>
                <a:ea typeface="Arial"/>
                <a:cs typeface="Arial"/>
              </a:defRPr>
            </a:pPr>
            <a:r>
              <a:rPr sz="1350" b="0">
                <a:solidFill>
                  <a:srgbClr val="AEC0B1"/>
                </a:solidFill>
                <a:latin typeface="Arial"/>
                <a:ea typeface="Arial"/>
                <a:cs typeface="Arial"/>
              </a:rPr>
              <a:t>Simulation outputs are illustrative and await physical calibration.</a:t>
            </a:r>
          </a:p>
        </p:txBody>
      </p:sp>
    </p:spTree>
    <p:extLst>
      <p:ext uri="{BB962C8B-B14F-4D97-AF65-F5344CB8AC3E}">
        <p14:creationId xmlns:p14="http://schemas.microsoft.com/office/powerpoint/2010/main" val="2144537390"/>
      </p:ext>
    </p:extLst>
  </p:cSld>
</p:sld>
</file>

<file path=ppt/slides/slide7.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sp>
        <p:nvSpPr>
          <p:cNvPr id="2" name="Estimated mechanical component cost">
            <a:extLst xmlns:a="http://schemas.openxmlformats.org/drawingml/2006/main">
              <a:ext uri="{FF2B5EF4-FFF2-40B4-BE49-F238E27FC236}">
                <a16:creationId xmlns:a16="http://schemas.microsoft.com/office/drawing/2014/main" id="{B1048B51-1027-4EAD-8560-E5228B058C30}"/>
              </a:ext>
            </a:extLst>
          </p:cNvPr>
          <p:cNvSpPr>
            <a:spLocks xmlns:a="http://schemas.openxmlformats.org/drawingml/2006/main" noGrp="1"/>
          </p:cNvSpPr>
          <p:nvPr/>
        </p:nvSpPr>
        <p:spPr>
          <a:xfrm xmlns:a="http://schemas.openxmlformats.org/drawingml/2006/main">
            <a:off x="609600" y="428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D23"/>
                </a:solidFill>
                <a:latin typeface="Arial"/>
                <a:ea typeface="Arial"/>
                <a:cs typeface="Arial"/>
              </a:defRPr>
            </a:defPPr>
            <a:lvl1pPr>
              <a:defRPr sz="3300" b="1">
                <a:solidFill>
                  <a:srgbClr val="162D23"/>
                </a:solidFill>
                <a:latin typeface="Arial"/>
                <a:ea typeface="Arial"/>
                <a:cs typeface="Arial"/>
              </a:defRPr>
            </a:lvl1pPr>
            <a:lvl2pPr>
              <a:defRPr sz="3300" b="1">
                <a:solidFill>
                  <a:srgbClr val="162D23"/>
                </a:solidFill>
                <a:latin typeface="Arial"/>
                <a:ea typeface="Arial"/>
                <a:cs typeface="Arial"/>
              </a:defRPr>
            </a:lvl2pPr>
            <a:lvl3pPr>
              <a:defRPr sz="3300" b="1">
                <a:solidFill>
                  <a:srgbClr val="162D23"/>
                </a:solidFill>
                <a:latin typeface="Arial"/>
                <a:ea typeface="Arial"/>
                <a:cs typeface="Arial"/>
              </a:defRPr>
            </a:lvl3pPr>
            <a:lvl4pPr>
              <a:defRPr sz="3300" b="1">
                <a:solidFill>
                  <a:srgbClr val="162D23"/>
                </a:solidFill>
                <a:latin typeface="Arial"/>
                <a:ea typeface="Arial"/>
                <a:cs typeface="Arial"/>
              </a:defRPr>
            </a:lvl4pPr>
            <a:lvl5pPr>
              <a:defRPr sz="3300" b="1">
                <a:solidFill>
                  <a:srgbClr val="162D23"/>
                </a:solidFill>
                <a:latin typeface="Arial"/>
                <a:ea typeface="Arial"/>
                <a:cs typeface="Arial"/>
              </a:defRPr>
            </a:lvl5pPr>
            <a:lvl6pPr>
              <a:defRPr sz="3300" b="1">
                <a:solidFill>
                  <a:srgbClr val="162D23"/>
                </a:solidFill>
                <a:latin typeface="Arial"/>
                <a:ea typeface="Arial"/>
                <a:cs typeface="Arial"/>
              </a:defRPr>
            </a:lvl6pPr>
            <a:lvl7pPr>
              <a:defRPr sz="3300" b="1">
                <a:solidFill>
                  <a:srgbClr val="162D23"/>
                </a:solidFill>
                <a:latin typeface="Arial"/>
                <a:ea typeface="Arial"/>
                <a:cs typeface="Arial"/>
              </a:defRPr>
            </a:lvl7pPr>
            <a:lvl8pPr>
              <a:defRPr sz="3300" b="1">
                <a:solidFill>
                  <a:srgbClr val="162D23"/>
                </a:solidFill>
                <a:latin typeface="Arial"/>
                <a:ea typeface="Arial"/>
                <a:cs typeface="Arial"/>
              </a:defRPr>
            </a:lvl8pPr>
            <a:lvl9pPr>
              <a:defRPr sz="3300" b="1">
                <a:solidFill>
                  <a:srgbClr val="162D23"/>
                </a:solidFill>
                <a:latin typeface="Arial"/>
                <a:ea typeface="Arial"/>
                <a:cs typeface="Arial"/>
              </a:defRPr>
            </a:lvl9pPr>
          </a:lstStyle>
          <a:p xmlns:a="http://schemas.openxmlformats.org/drawingml/2006/main">
            <a:pPr>
              <a:defRPr sz="3300" b="1">
                <a:solidFill>
                  <a:srgbClr val="162D23"/>
                </a:solidFill>
                <a:latin typeface="Arial"/>
                <a:ea typeface="Arial"/>
                <a:cs typeface="Arial"/>
              </a:defRPr>
            </a:pPr>
            <a:r>
              <a:rPr sz="3300" b="1">
                <a:solidFill>
                  <a:srgbClr val="162D23"/>
                </a:solidFill>
                <a:latin typeface="Arial"/>
                <a:ea typeface="Arial"/>
                <a:cs typeface="Arial"/>
              </a:rPr>
              <a:t>Estimated mechanical component cost</a:t>
            </a:r>
          </a:p>
        </p:txBody>
      </p:sp>
      <p:sp>
        <p:nvSpPr>
          <p:cNvPr id="3" name="07">
            <a:extLst xmlns:a="http://schemas.openxmlformats.org/drawingml/2006/main">
              <a:ext uri="{FF2B5EF4-FFF2-40B4-BE49-F238E27FC236}">
                <a16:creationId xmlns:a16="http://schemas.microsoft.com/office/drawing/2014/main" id="{1DF35B49-E9D4-4B4F-B7E6-88905DAF8C53}"/>
              </a:ext>
            </a:extLst>
          </p:cNvPr>
          <p:cNvSpPr>
            <a:spLocks xmlns:a="http://schemas.openxmlformats.org/drawingml/2006/main" noGrp="1"/>
          </p:cNvSpPr>
          <p:nvPr/>
        </p:nvSpPr>
        <p:spPr>
          <a:xfrm xmlns:a="http://schemas.openxmlformats.org/drawingml/2006/main">
            <a:off x="11077575" y="628650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Arial"/>
                <a:ea typeface="Arial"/>
                <a:cs typeface="Arial"/>
              </a:defRPr>
            </a:defPPr>
            <a:lvl1pPr>
              <a:defRPr sz="1275" b="0">
                <a:solidFill>
                  <a:srgbClr val="53645A"/>
                </a:solidFill>
                <a:latin typeface="Arial"/>
                <a:ea typeface="Arial"/>
                <a:cs typeface="Arial"/>
              </a:defRPr>
            </a:lvl1pPr>
            <a:lvl2pPr>
              <a:defRPr sz="1275" b="0">
                <a:solidFill>
                  <a:srgbClr val="53645A"/>
                </a:solidFill>
                <a:latin typeface="Arial"/>
                <a:ea typeface="Arial"/>
                <a:cs typeface="Arial"/>
              </a:defRPr>
            </a:lvl2pPr>
            <a:lvl3pPr>
              <a:defRPr sz="1275" b="0">
                <a:solidFill>
                  <a:srgbClr val="53645A"/>
                </a:solidFill>
                <a:latin typeface="Arial"/>
                <a:ea typeface="Arial"/>
                <a:cs typeface="Arial"/>
              </a:defRPr>
            </a:lvl3pPr>
            <a:lvl4pPr>
              <a:defRPr sz="1275" b="0">
                <a:solidFill>
                  <a:srgbClr val="53645A"/>
                </a:solidFill>
                <a:latin typeface="Arial"/>
                <a:ea typeface="Arial"/>
                <a:cs typeface="Arial"/>
              </a:defRPr>
            </a:lvl4pPr>
            <a:lvl5pPr>
              <a:defRPr sz="1275" b="0">
                <a:solidFill>
                  <a:srgbClr val="53645A"/>
                </a:solidFill>
                <a:latin typeface="Arial"/>
                <a:ea typeface="Arial"/>
                <a:cs typeface="Arial"/>
              </a:defRPr>
            </a:lvl5pPr>
            <a:lvl6pPr>
              <a:defRPr sz="1275" b="0">
                <a:solidFill>
                  <a:srgbClr val="53645A"/>
                </a:solidFill>
                <a:latin typeface="Arial"/>
                <a:ea typeface="Arial"/>
                <a:cs typeface="Arial"/>
              </a:defRPr>
            </a:lvl6pPr>
            <a:lvl7pPr>
              <a:defRPr sz="1275" b="0">
                <a:solidFill>
                  <a:srgbClr val="53645A"/>
                </a:solidFill>
                <a:latin typeface="Arial"/>
                <a:ea typeface="Arial"/>
                <a:cs typeface="Arial"/>
              </a:defRPr>
            </a:lvl7pPr>
            <a:lvl8pPr>
              <a:defRPr sz="1275" b="0">
                <a:solidFill>
                  <a:srgbClr val="53645A"/>
                </a:solidFill>
                <a:latin typeface="Arial"/>
                <a:ea typeface="Arial"/>
                <a:cs typeface="Arial"/>
              </a:defRPr>
            </a:lvl8pPr>
            <a:lvl9pPr>
              <a:defRPr sz="1275" b="0">
                <a:solidFill>
                  <a:srgbClr val="53645A"/>
                </a:solidFill>
                <a:latin typeface="Arial"/>
                <a:ea typeface="Arial"/>
                <a:cs typeface="Arial"/>
              </a:defRPr>
            </a:lvl9pPr>
          </a:lstStyle>
          <a:p xmlns:a="http://schemas.openxmlformats.org/drawingml/2006/main">
            <a:pPr>
              <a:defRPr sz="1275" b="0">
                <a:solidFill>
                  <a:srgbClr val="53645A"/>
                </a:solidFill>
                <a:latin typeface="Arial"/>
                <a:ea typeface="Arial"/>
                <a:cs typeface="Arial"/>
              </a:defRPr>
            </a:pPr>
            <a:r>
              <a:rPr sz="1275" b="0">
                <a:solidFill>
                  <a:srgbClr val="53645A"/>
                </a:solidFill>
                <a:latin typeface="Arial"/>
                <a:ea typeface="Arial"/>
                <a:cs typeface="Arial"/>
              </a:rPr>
              <a:t>07</a:t>
            </a:r>
          </a:p>
        </p:txBody>
      </p:sp>
      <p:sp>
        <p:nvSpPr>
          <p:cNvPr id="4" name="Ventilation">
            <a:extLst xmlns:a="http://schemas.openxmlformats.org/drawingml/2006/main">
              <a:ext uri="{FF2B5EF4-FFF2-40B4-BE49-F238E27FC236}">
                <a16:creationId xmlns:a16="http://schemas.microsoft.com/office/drawing/2014/main" id="{73010167-9DDE-4D5B-8BA1-0346F40407A3}"/>
              </a:ext>
            </a:extLst>
          </p:cNvPr>
          <p:cNvSpPr>
            <a:spLocks xmlns:a="http://schemas.openxmlformats.org/drawingml/2006/main" noGrp="1"/>
          </p:cNvSpPr>
          <p:nvPr/>
        </p:nvSpPr>
        <p:spPr>
          <a:xfrm xmlns:a="http://schemas.openxmlformats.org/drawingml/2006/main">
            <a:off x="628650" y="149542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45A"/>
                </a:solidFill>
                <a:latin typeface="Arial"/>
                <a:ea typeface="Arial"/>
                <a:cs typeface="Arial"/>
              </a:defRPr>
            </a:defPPr>
            <a:lvl1pPr>
              <a:defRPr sz="1875" b="0">
                <a:solidFill>
                  <a:srgbClr val="53645A"/>
                </a:solidFill>
                <a:latin typeface="Arial"/>
                <a:ea typeface="Arial"/>
                <a:cs typeface="Arial"/>
              </a:defRPr>
            </a:lvl1pPr>
            <a:lvl2pPr>
              <a:defRPr sz="1875" b="0">
                <a:solidFill>
                  <a:srgbClr val="53645A"/>
                </a:solidFill>
                <a:latin typeface="Arial"/>
                <a:ea typeface="Arial"/>
                <a:cs typeface="Arial"/>
              </a:defRPr>
            </a:lvl2pPr>
            <a:lvl3pPr>
              <a:defRPr sz="1875" b="0">
                <a:solidFill>
                  <a:srgbClr val="53645A"/>
                </a:solidFill>
                <a:latin typeface="Arial"/>
                <a:ea typeface="Arial"/>
                <a:cs typeface="Arial"/>
              </a:defRPr>
            </a:lvl3pPr>
            <a:lvl4pPr>
              <a:defRPr sz="1875" b="0">
                <a:solidFill>
                  <a:srgbClr val="53645A"/>
                </a:solidFill>
                <a:latin typeface="Arial"/>
                <a:ea typeface="Arial"/>
                <a:cs typeface="Arial"/>
              </a:defRPr>
            </a:lvl4pPr>
            <a:lvl5pPr>
              <a:defRPr sz="1875" b="0">
                <a:solidFill>
                  <a:srgbClr val="53645A"/>
                </a:solidFill>
                <a:latin typeface="Arial"/>
                <a:ea typeface="Arial"/>
                <a:cs typeface="Arial"/>
              </a:defRPr>
            </a:lvl5pPr>
            <a:lvl6pPr>
              <a:defRPr sz="1875" b="0">
                <a:solidFill>
                  <a:srgbClr val="53645A"/>
                </a:solidFill>
                <a:latin typeface="Arial"/>
                <a:ea typeface="Arial"/>
                <a:cs typeface="Arial"/>
              </a:defRPr>
            </a:lvl6pPr>
            <a:lvl7pPr>
              <a:defRPr sz="1875" b="0">
                <a:solidFill>
                  <a:srgbClr val="53645A"/>
                </a:solidFill>
                <a:latin typeface="Arial"/>
                <a:ea typeface="Arial"/>
                <a:cs typeface="Arial"/>
              </a:defRPr>
            </a:lvl7pPr>
            <a:lvl8pPr>
              <a:defRPr sz="1875" b="0">
                <a:solidFill>
                  <a:srgbClr val="53645A"/>
                </a:solidFill>
                <a:latin typeface="Arial"/>
                <a:ea typeface="Arial"/>
                <a:cs typeface="Arial"/>
              </a:defRPr>
            </a:lvl8pPr>
            <a:lvl9pPr>
              <a:defRPr sz="1875" b="0">
                <a:solidFill>
                  <a:srgbClr val="53645A"/>
                </a:solidFill>
                <a:latin typeface="Arial"/>
                <a:ea typeface="Arial"/>
                <a:cs typeface="Arial"/>
              </a:defRPr>
            </a:lvl9pPr>
          </a:lstStyle>
          <a:p xmlns:a="http://schemas.openxmlformats.org/drawingml/2006/main">
            <a:pPr>
              <a:defRPr sz="1875" b="0">
                <a:solidFill>
                  <a:srgbClr val="53645A"/>
                </a:solidFill>
                <a:latin typeface="Arial"/>
                <a:ea typeface="Arial"/>
                <a:cs typeface="Arial"/>
              </a:defRPr>
            </a:pPr>
            <a:r>
              <a:rPr sz="1875" b="0">
                <a:solidFill>
                  <a:srgbClr val="53645A"/>
                </a:solidFill>
                <a:latin typeface="Arial"/>
                <a:ea typeface="Arial"/>
                <a:cs typeface="Arial"/>
              </a:rPr>
              <a:t>Ventilation</a:t>
            </a:r>
          </a:p>
        </p:txBody>
      </p:sp>
      <p:sp>
        <p:nvSpPr>
          <p:cNvPr id="5" name="BDT 4,043">
            <a:extLst xmlns:a="http://schemas.openxmlformats.org/drawingml/2006/main">
              <a:ext uri="{FF2B5EF4-FFF2-40B4-BE49-F238E27FC236}">
                <a16:creationId xmlns:a16="http://schemas.microsoft.com/office/drawing/2014/main" id="{646711A9-54F0-4447-B1C1-A083ADCE30A3}"/>
              </a:ext>
            </a:extLst>
          </p:cNvPr>
          <p:cNvSpPr>
            <a:spLocks xmlns:a="http://schemas.openxmlformats.org/drawingml/2006/main" noGrp="1"/>
          </p:cNvSpPr>
          <p:nvPr/>
        </p:nvSpPr>
        <p:spPr>
          <a:xfrm xmlns:a="http://schemas.openxmlformats.org/drawingml/2006/main">
            <a:off x="619125" y="1885950"/>
            <a:ext cx="4857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9392E"/>
                </a:solidFill>
                <a:latin typeface="Arial"/>
                <a:ea typeface="Arial"/>
                <a:cs typeface="Arial"/>
              </a:defRPr>
            </a:defPPr>
            <a:lvl1pPr>
              <a:defRPr sz="3900" b="1">
                <a:solidFill>
                  <a:srgbClr val="19392E"/>
                </a:solidFill>
                <a:latin typeface="Arial"/>
                <a:ea typeface="Arial"/>
                <a:cs typeface="Arial"/>
              </a:defRPr>
            </a:lvl1pPr>
            <a:lvl2pPr>
              <a:defRPr sz="3900" b="1">
                <a:solidFill>
                  <a:srgbClr val="19392E"/>
                </a:solidFill>
                <a:latin typeface="Arial"/>
                <a:ea typeface="Arial"/>
                <a:cs typeface="Arial"/>
              </a:defRPr>
            </a:lvl2pPr>
            <a:lvl3pPr>
              <a:defRPr sz="3900" b="1">
                <a:solidFill>
                  <a:srgbClr val="19392E"/>
                </a:solidFill>
                <a:latin typeface="Arial"/>
                <a:ea typeface="Arial"/>
                <a:cs typeface="Arial"/>
              </a:defRPr>
            </a:lvl3pPr>
            <a:lvl4pPr>
              <a:defRPr sz="3900" b="1">
                <a:solidFill>
                  <a:srgbClr val="19392E"/>
                </a:solidFill>
                <a:latin typeface="Arial"/>
                <a:ea typeface="Arial"/>
                <a:cs typeface="Arial"/>
              </a:defRPr>
            </a:lvl4pPr>
            <a:lvl5pPr>
              <a:defRPr sz="3900" b="1">
                <a:solidFill>
                  <a:srgbClr val="19392E"/>
                </a:solidFill>
                <a:latin typeface="Arial"/>
                <a:ea typeface="Arial"/>
                <a:cs typeface="Arial"/>
              </a:defRPr>
            </a:lvl5pPr>
            <a:lvl6pPr>
              <a:defRPr sz="3900" b="1">
                <a:solidFill>
                  <a:srgbClr val="19392E"/>
                </a:solidFill>
                <a:latin typeface="Arial"/>
                <a:ea typeface="Arial"/>
                <a:cs typeface="Arial"/>
              </a:defRPr>
            </a:lvl6pPr>
            <a:lvl7pPr>
              <a:defRPr sz="3900" b="1">
                <a:solidFill>
                  <a:srgbClr val="19392E"/>
                </a:solidFill>
                <a:latin typeface="Arial"/>
                <a:ea typeface="Arial"/>
                <a:cs typeface="Arial"/>
              </a:defRPr>
            </a:lvl7pPr>
            <a:lvl8pPr>
              <a:defRPr sz="3900" b="1">
                <a:solidFill>
                  <a:srgbClr val="19392E"/>
                </a:solidFill>
                <a:latin typeface="Arial"/>
                <a:ea typeface="Arial"/>
                <a:cs typeface="Arial"/>
              </a:defRPr>
            </a:lvl8pPr>
            <a:lvl9pPr>
              <a:defRPr sz="3900" b="1">
                <a:solidFill>
                  <a:srgbClr val="19392E"/>
                </a:solidFill>
                <a:latin typeface="Arial"/>
                <a:ea typeface="Arial"/>
                <a:cs typeface="Arial"/>
              </a:defRPr>
            </a:lvl9pPr>
          </a:lstStyle>
          <a:p xmlns:a="http://schemas.openxmlformats.org/drawingml/2006/main">
            <a:pPr>
              <a:defRPr sz="3900" b="1">
                <a:solidFill>
                  <a:srgbClr val="19392E"/>
                </a:solidFill>
                <a:latin typeface="Arial"/>
                <a:ea typeface="Arial"/>
                <a:cs typeface="Arial"/>
              </a:defRPr>
            </a:pPr>
            <a:r>
              <a:rPr sz="3900" b="1">
                <a:solidFill>
                  <a:srgbClr val="19392E"/>
                </a:solidFill>
                <a:latin typeface="Arial"/>
                <a:ea typeface="Arial"/>
                <a:cs typeface="Arial"/>
              </a:rPr>
              <a:t>BDT 4,043</a:t>
            </a:r>
          </a:p>
        </p:txBody>
      </p:sp>
      <p:sp>
        <p:nvSpPr>
          <p:cNvPr id="6" name="Pond aeration">
            <a:extLst xmlns:a="http://schemas.openxmlformats.org/drawingml/2006/main">
              <a:ext uri="{FF2B5EF4-FFF2-40B4-BE49-F238E27FC236}">
                <a16:creationId xmlns:a16="http://schemas.microsoft.com/office/drawing/2014/main" id="{350BB444-AB6A-4883-B35D-87F8D00C8E73}"/>
              </a:ext>
            </a:extLst>
          </p:cNvPr>
          <p:cNvSpPr>
            <a:spLocks xmlns:a="http://schemas.openxmlformats.org/drawingml/2006/main" noGrp="1"/>
          </p:cNvSpPr>
          <p:nvPr/>
        </p:nvSpPr>
        <p:spPr>
          <a:xfrm xmlns:a="http://schemas.openxmlformats.org/drawingml/2006/main">
            <a:off x="6334125" y="149542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45A"/>
                </a:solidFill>
                <a:latin typeface="Arial"/>
                <a:ea typeface="Arial"/>
                <a:cs typeface="Arial"/>
              </a:defRPr>
            </a:defPPr>
            <a:lvl1pPr>
              <a:defRPr sz="1875" b="0">
                <a:solidFill>
                  <a:srgbClr val="53645A"/>
                </a:solidFill>
                <a:latin typeface="Arial"/>
                <a:ea typeface="Arial"/>
                <a:cs typeface="Arial"/>
              </a:defRPr>
            </a:lvl1pPr>
            <a:lvl2pPr>
              <a:defRPr sz="1875" b="0">
                <a:solidFill>
                  <a:srgbClr val="53645A"/>
                </a:solidFill>
                <a:latin typeface="Arial"/>
                <a:ea typeface="Arial"/>
                <a:cs typeface="Arial"/>
              </a:defRPr>
            </a:lvl2pPr>
            <a:lvl3pPr>
              <a:defRPr sz="1875" b="0">
                <a:solidFill>
                  <a:srgbClr val="53645A"/>
                </a:solidFill>
                <a:latin typeface="Arial"/>
                <a:ea typeface="Arial"/>
                <a:cs typeface="Arial"/>
              </a:defRPr>
            </a:lvl3pPr>
            <a:lvl4pPr>
              <a:defRPr sz="1875" b="0">
                <a:solidFill>
                  <a:srgbClr val="53645A"/>
                </a:solidFill>
                <a:latin typeface="Arial"/>
                <a:ea typeface="Arial"/>
                <a:cs typeface="Arial"/>
              </a:defRPr>
            </a:lvl4pPr>
            <a:lvl5pPr>
              <a:defRPr sz="1875" b="0">
                <a:solidFill>
                  <a:srgbClr val="53645A"/>
                </a:solidFill>
                <a:latin typeface="Arial"/>
                <a:ea typeface="Arial"/>
                <a:cs typeface="Arial"/>
              </a:defRPr>
            </a:lvl5pPr>
            <a:lvl6pPr>
              <a:defRPr sz="1875" b="0">
                <a:solidFill>
                  <a:srgbClr val="53645A"/>
                </a:solidFill>
                <a:latin typeface="Arial"/>
                <a:ea typeface="Arial"/>
                <a:cs typeface="Arial"/>
              </a:defRPr>
            </a:lvl6pPr>
            <a:lvl7pPr>
              <a:defRPr sz="1875" b="0">
                <a:solidFill>
                  <a:srgbClr val="53645A"/>
                </a:solidFill>
                <a:latin typeface="Arial"/>
                <a:ea typeface="Arial"/>
                <a:cs typeface="Arial"/>
              </a:defRPr>
            </a:lvl7pPr>
            <a:lvl8pPr>
              <a:defRPr sz="1875" b="0">
                <a:solidFill>
                  <a:srgbClr val="53645A"/>
                </a:solidFill>
                <a:latin typeface="Arial"/>
                <a:ea typeface="Arial"/>
                <a:cs typeface="Arial"/>
              </a:defRPr>
            </a:lvl8pPr>
            <a:lvl9pPr>
              <a:defRPr sz="1875" b="0">
                <a:solidFill>
                  <a:srgbClr val="53645A"/>
                </a:solidFill>
                <a:latin typeface="Arial"/>
                <a:ea typeface="Arial"/>
                <a:cs typeface="Arial"/>
              </a:defRPr>
            </a:lvl9pPr>
          </a:lstStyle>
          <a:p xmlns:a="http://schemas.openxmlformats.org/drawingml/2006/main">
            <a:pPr>
              <a:defRPr sz="1875" b="0">
                <a:solidFill>
                  <a:srgbClr val="53645A"/>
                </a:solidFill>
                <a:latin typeface="Arial"/>
                <a:ea typeface="Arial"/>
                <a:cs typeface="Arial"/>
              </a:defRPr>
            </a:pPr>
            <a:r>
              <a:rPr sz="1875" b="0">
                <a:solidFill>
                  <a:srgbClr val="53645A"/>
                </a:solidFill>
                <a:latin typeface="Arial"/>
                <a:ea typeface="Arial"/>
                <a:cs typeface="Arial"/>
              </a:rPr>
              <a:t>Pond aeration</a:t>
            </a:r>
          </a:p>
        </p:txBody>
      </p:sp>
      <p:sp>
        <p:nvSpPr>
          <p:cNvPr id="7" name="BDT 6,752">
            <a:extLst xmlns:a="http://schemas.openxmlformats.org/drawingml/2006/main">
              <a:ext uri="{FF2B5EF4-FFF2-40B4-BE49-F238E27FC236}">
                <a16:creationId xmlns:a16="http://schemas.microsoft.com/office/drawing/2014/main" id="{847EC8BE-D376-4B76-8CB7-EC2316340310}"/>
              </a:ext>
            </a:extLst>
          </p:cNvPr>
          <p:cNvSpPr>
            <a:spLocks xmlns:a="http://schemas.openxmlformats.org/drawingml/2006/main" noGrp="1"/>
          </p:cNvSpPr>
          <p:nvPr/>
        </p:nvSpPr>
        <p:spPr>
          <a:xfrm xmlns:a="http://schemas.openxmlformats.org/drawingml/2006/main">
            <a:off x="6324600" y="1885950"/>
            <a:ext cx="4857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9392E"/>
                </a:solidFill>
                <a:latin typeface="Arial"/>
                <a:ea typeface="Arial"/>
                <a:cs typeface="Arial"/>
              </a:defRPr>
            </a:defPPr>
            <a:lvl1pPr>
              <a:defRPr sz="3900" b="1">
                <a:solidFill>
                  <a:srgbClr val="19392E"/>
                </a:solidFill>
                <a:latin typeface="Arial"/>
                <a:ea typeface="Arial"/>
                <a:cs typeface="Arial"/>
              </a:defRPr>
            </a:lvl1pPr>
            <a:lvl2pPr>
              <a:defRPr sz="3900" b="1">
                <a:solidFill>
                  <a:srgbClr val="19392E"/>
                </a:solidFill>
                <a:latin typeface="Arial"/>
                <a:ea typeface="Arial"/>
                <a:cs typeface="Arial"/>
              </a:defRPr>
            </a:lvl2pPr>
            <a:lvl3pPr>
              <a:defRPr sz="3900" b="1">
                <a:solidFill>
                  <a:srgbClr val="19392E"/>
                </a:solidFill>
                <a:latin typeface="Arial"/>
                <a:ea typeface="Arial"/>
                <a:cs typeface="Arial"/>
              </a:defRPr>
            </a:lvl3pPr>
            <a:lvl4pPr>
              <a:defRPr sz="3900" b="1">
                <a:solidFill>
                  <a:srgbClr val="19392E"/>
                </a:solidFill>
                <a:latin typeface="Arial"/>
                <a:ea typeface="Arial"/>
                <a:cs typeface="Arial"/>
              </a:defRPr>
            </a:lvl4pPr>
            <a:lvl5pPr>
              <a:defRPr sz="3900" b="1">
                <a:solidFill>
                  <a:srgbClr val="19392E"/>
                </a:solidFill>
                <a:latin typeface="Arial"/>
                <a:ea typeface="Arial"/>
                <a:cs typeface="Arial"/>
              </a:defRPr>
            </a:lvl5pPr>
            <a:lvl6pPr>
              <a:defRPr sz="3900" b="1">
                <a:solidFill>
                  <a:srgbClr val="19392E"/>
                </a:solidFill>
                <a:latin typeface="Arial"/>
                <a:ea typeface="Arial"/>
                <a:cs typeface="Arial"/>
              </a:defRPr>
            </a:lvl6pPr>
            <a:lvl7pPr>
              <a:defRPr sz="3900" b="1">
                <a:solidFill>
                  <a:srgbClr val="19392E"/>
                </a:solidFill>
                <a:latin typeface="Arial"/>
                <a:ea typeface="Arial"/>
                <a:cs typeface="Arial"/>
              </a:defRPr>
            </a:lvl7pPr>
            <a:lvl8pPr>
              <a:defRPr sz="3900" b="1">
                <a:solidFill>
                  <a:srgbClr val="19392E"/>
                </a:solidFill>
                <a:latin typeface="Arial"/>
                <a:ea typeface="Arial"/>
                <a:cs typeface="Arial"/>
              </a:defRPr>
            </a:lvl8pPr>
            <a:lvl9pPr>
              <a:defRPr sz="3900" b="1">
                <a:solidFill>
                  <a:srgbClr val="19392E"/>
                </a:solidFill>
                <a:latin typeface="Arial"/>
                <a:ea typeface="Arial"/>
                <a:cs typeface="Arial"/>
              </a:defRPr>
            </a:lvl9pPr>
          </a:lstStyle>
          <a:p xmlns:a="http://schemas.openxmlformats.org/drawingml/2006/main">
            <a:pPr>
              <a:defRPr sz="3900" b="1">
                <a:solidFill>
                  <a:srgbClr val="19392E"/>
                </a:solidFill>
                <a:latin typeface="Arial"/>
                <a:ea typeface="Arial"/>
                <a:cs typeface="Arial"/>
              </a:defRPr>
            </a:pPr>
            <a:r>
              <a:rPr sz="3900" b="1">
                <a:solidFill>
                  <a:srgbClr val="19392E"/>
                </a:solidFill>
                <a:latin typeface="Arial"/>
                <a:ea typeface="Arial"/>
                <a:cs typeface="Arial"/>
              </a:rPr>
              <a:t>BDT 6,752</a:t>
            </a:r>
          </a:p>
        </p:txBody>
      </p:sp>
      <p:graphicFrame>
        <p:nvGraphicFramePr>
          <p:cNvPr id="8" name="">
            <a:extLst xmlns:a="http://schemas.openxmlformats.org/drawingml/2006/main">
              <a:ext uri="{FF2B5EF4-FFF2-40B4-BE49-F238E27FC236}">
                <a16:creationId xmlns:a16="http://schemas.microsoft.com/office/drawing/2014/main" id="{6FBFE272-E2F2-4147-9200-742F5594BACB}"/>
              </a:ext>
            </a:extLst>
          </p:cNvPr>
          <p:cNvGraphicFramePr/>
          <p:nvPr/>
        </p:nvGraphicFramePr>
        <p:xfrm>
          <a:off xmlns:a="http://schemas.openxmlformats.org/drawingml/2006/main" x="619125" y="2762250"/>
          <a:ext xmlns:a="http://schemas.openxmlformats.org/drawingml/2006/main" cx="10953750" cy="2905125"/>
        </p:xfrm>
        <a:graphic xmlns:a="http://schemas.openxmlformats.org/drawingml/2006/main">
          <a:graphicData uri="http://schemas.openxmlformats.org/drawingml/2006/table">
            <a:tbl>
              <a:tblPr/>
              <a:tblGrid>
                <a:gridCol w="5238750"/>
                <a:gridCol w="2857500"/>
                <a:gridCol w="2857500"/>
              </a:tblGrid>
              <a:tr h="415018">
                <a:tc>
                  <a:txBody>
                    <a:bodyPr lIns="133350" tIns="57150" rIns="114300" bIns="57150"/>
                    <a:lstStyle/>
                    <a:p>
                      <a:r>
                        <a:rPr sz="1650" b="1">
                          <a:solidFill>
                            <a:srgbClr val="F4F3EB"/>
                          </a:solidFill>
                          <a:latin typeface="Arial"/>
                          <a:ea typeface="Arial"/>
                          <a:cs typeface="Arial"/>
                        </a:rPr>
                        <a:t>Component</a:t>
                      </a:r>
                    </a:p>
                  </a:txBody>
                  <a:tcPr marL="91440" marR="91440" marT="45720" marB="45720" anchor="ctr">
                    <a:lnL w="19050">
                      <a:solidFill>
                        <a:srgbClr val="F4F3EB"/>
                      </a:solidFill>
                      <a:prstDash val="solid"/>
                    </a:lnL>
                    <a:lnR w="19050">
                      <a:solidFill>
                        <a:srgbClr val="F4F3EB"/>
                      </a:solidFill>
                      <a:prstDash val="solid"/>
                    </a:lnR>
                    <a:lnT w="19050">
                      <a:solidFill>
                        <a:srgbClr val="F4F3EB"/>
                      </a:solidFill>
                      <a:prstDash val="solid"/>
                    </a:lnT>
                    <a:lnB w="19050">
                      <a:solidFill>
                        <a:srgbClr val="F4F3EB"/>
                      </a:solidFill>
                      <a:prstDash val="solid"/>
                    </a:lnB>
                    <a:solidFill>
                      <a:srgbClr val="19392E"/>
                    </a:solidFill>
                  </a:tcPr>
                </a:tc>
                <a:tc>
                  <a:txBody>
                    <a:bodyPr lIns="133350" tIns="57150" rIns="114300" bIns="57150"/>
                    <a:lstStyle/>
                    <a:p>
                      <a:r>
                        <a:rPr sz="1650" b="1">
                          <a:solidFill>
                            <a:srgbClr val="F4F3EB"/>
                          </a:solidFill>
                          <a:latin typeface="Arial"/>
                          <a:ea typeface="Arial"/>
                          <a:cs typeface="Arial"/>
                        </a:rPr>
                        <a:t>Ventilation (BDT)</a:t>
                      </a:r>
                    </a:p>
                  </a:txBody>
                  <a:tcPr marL="91440" marR="91440" marT="45720" marB="45720" anchor="ctr">
                    <a:lnR w="19050">
                      <a:solidFill>
                        <a:srgbClr val="F4F3EB"/>
                      </a:solidFill>
                      <a:prstDash val="solid"/>
                    </a:lnR>
                    <a:lnT w="19050">
                      <a:solidFill>
                        <a:srgbClr val="F4F3EB"/>
                      </a:solidFill>
                      <a:prstDash val="solid"/>
                    </a:lnT>
                    <a:lnB w="19050">
                      <a:solidFill>
                        <a:srgbClr val="F4F3EB"/>
                      </a:solidFill>
                      <a:prstDash val="solid"/>
                    </a:lnB>
                    <a:solidFill>
                      <a:srgbClr val="19392E"/>
                    </a:solidFill>
                  </a:tcPr>
                </a:tc>
                <a:tc>
                  <a:txBody>
                    <a:bodyPr lIns="133350" tIns="57150" rIns="114300" bIns="57150"/>
                    <a:lstStyle/>
                    <a:p>
                      <a:r>
                        <a:rPr sz="1650" b="1">
                          <a:solidFill>
                            <a:srgbClr val="F4F3EB"/>
                          </a:solidFill>
                          <a:latin typeface="Arial"/>
                          <a:ea typeface="Arial"/>
                          <a:cs typeface="Arial"/>
                        </a:rPr>
                        <a:t>Pond (BDT)</a:t>
                      </a:r>
                    </a:p>
                  </a:txBody>
                  <a:tcPr marL="91440" marR="91440" marT="45720" marB="45720" anchor="ctr">
                    <a:lnR w="19050">
                      <a:solidFill>
                        <a:srgbClr val="F4F3EB"/>
                      </a:solidFill>
                      <a:prstDash val="solid"/>
                    </a:lnR>
                    <a:lnT w="19050">
                      <a:solidFill>
                        <a:srgbClr val="F4F3EB"/>
                      </a:solidFill>
                      <a:prstDash val="solid"/>
                    </a:lnT>
                    <a:lnB w="19050">
                      <a:solidFill>
                        <a:srgbClr val="F4F3EB"/>
                      </a:solidFill>
                      <a:prstDash val="solid"/>
                    </a:lnB>
                    <a:solidFill>
                      <a:srgbClr val="19392E"/>
                    </a:solidFill>
                  </a:tcPr>
                </a:tc>
              </a:tr>
              <a:tr h="415018">
                <a:tc>
                  <a:txBody>
                    <a:bodyPr lIns="133350" tIns="57150" rIns="114300" bIns="57150"/>
                    <a:lstStyle/>
                    <a:p>
                      <a:r>
                        <a:rPr sz="1650" b="0">
                          <a:solidFill>
                            <a:srgbClr val="162D23"/>
                          </a:solidFill>
                          <a:latin typeface="Arial"/>
                          <a:ea typeface="Arial"/>
                          <a:cs typeface="Arial"/>
                        </a:rPr>
                        <a:t>Spiral rotor</a:t>
                      </a:r>
                    </a:p>
                  </a:txBody>
                  <a:tcPr marL="91440" marR="91440" marT="45720" marB="45720" anchor="ctr">
                    <a:lnL w="19050">
                      <a:solidFill>
                        <a:srgbClr val="F4F3EB"/>
                      </a:solidFill>
                      <a:prstDash val="solid"/>
                    </a:lnL>
                    <a:lnR w="19050">
                      <a:solidFill>
                        <a:srgbClr val="F4F3EB"/>
                      </a:solidFill>
                      <a:prstDash val="solid"/>
                    </a:lnR>
                    <a:lnB w="19050">
                      <a:solidFill>
                        <a:srgbClr val="F4F3EB"/>
                      </a:solidFill>
                      <a:prstDash val="solid"/>
                    </a:lnB>
                    <a:solidFill>
                      <a:srgbClr val="E7EADF"/>
                    </a:solidFill>
                  </a:tcPr>
                </a:tc>
                <a:tc>
                  <a:txBody>
                    <a:bodyPr lIns="133350" tIns="57150" rIns="114300" bIns="57150"/>
                    <a:lstStyle/>
                    <a:p>
                      <a:r>
                        <a:rPr sz="1650" b="0">
                          <a:solidFill>
                            <a:srgbClr val="162D23"/>
                          </a:solidFill>
                          <a:latin typeface="Arial"/>
                          <a:ea typeface="Arial"/>
                          <a:cs typeface="Arial"/>
                        </a:rPr>
                        <a:t>2,700.00</a:t>
                      </a:r>
                    </a:p>
                  </a:txBody>
                  <a:tcPr marL="91440" marR="91440" marT="45720" marB="45720" anchor="ctr">
                    <a:lnR w="19050">
                      <a:solidFill>
                        <a:srgbClr val="F4F3EB"/>
                      </a:solidFill>
                      <a:prstDash val="solid"/>
                    </a:lnR>
                    <a:lnB w="19050">
                      <a:solidFill>
                        <a:srgbClr val="F4F3EB"/>
                      </a:solidFill>
                      <a:prstDash val="solid"/>
                    </a:lnB>
                    <a:solidFill>
                      <a:srgbClr val="E7EADF"/>
                    </a:solidFill>
                  </a:tcPr>
                </a:tc>
                <a:tc>
                  <a:txBody>
                    <a:bodyPr lIns="133350" tIns="57150" rIns="114300" bIns="57150"/>
                    <a:lstStyle/>
                    <a:p>
                      <a:r>
                        <a:rPr sz="1650" b="0">
                          <a:solidFill>
                            <a:srgbClr val="162D23"/>
                          </a:solidFill>
                          <a:latin typeface="Arial"/>
                          <a:ea typeface="Arial"/>
                          <a:cs typeface="Arial"/>
                        </a:rPr>
                        <a:t>2,700.00</a:t>
                      </a:r>
                    </a:p>
                  </a:txBody>
                  <a:tcPr marL="91440" marR="91440" marT="45720" marB="45720" anchor="ctr">
                    <a:lnR w="19050">
                      <a:solidFill>
                        <a:srgbClr val="F4F3EB"/>
                      </a:solidFill>
                      <a:prstDash val="solid"/>
                    </a:lnR>
                    <a:lnB w="19050">
                      <a:solidFill>
                        <a:srgbClr val="F4F3EB"/>
                      </a:solidFill>
                      <a:prstDash val="solid"/>
                    </a:lnB>
                    <a:solidFill>
                      <a:srgbClr val="E7EADF"/>
                    </a:solidFill>
                  </a:tcPr>
                </a:tc>
              </a:tr>
              <a:tr h="415018">
                <a:tc>
                  <a:txBody>
                    <a:bodyPr lIns="133350" tIns="57150" rIns="114300" bIns="57150"/>
                    <a:lstStyle/>
                    <a:p>
                      <a:r>
                        <a:rPr sz="1650" b="0">
                          <a:solidFill>
                            <a:srgbClr val="162D23"/>
                          </a:solidFill>
                          <a:latin typeface="Arial"/>
                          <a:ea typeface="Arial"/>
                          <a:cs typeface="Arial"/>
                        </a:rPr>
                        <a:t>Bevel gears</a:t>
                      </a:r>
                    </a:p>
                  </a:txBody>
                  <a:tcPr marL="91440" marR="91440" marT="45720" marB="45720" anchor="ctr">
                    <a:lnL w="19050">
                      <a:solidFill>
                        <a:srgbClr val="F4F3EB"/>
                      </a:solidFill>
                      <a:prstDash val="solid"/>
                    </a:lnL>
                    <a:lnR w="19050">
                      <a:solidFill>
                        <a:srgbClr val="F4F3EB"/>
                      </a:solidFill>
                      <a:prstDash val="solid"/>
                    </a:lnR>
                    <a:lnB w="19050">
                      <a:solidFill>
                        <a:srgbClr val="F4F3EB"/>
                      </a:solidFill>
                      <a:prstDash val="solid"/>
                    </a:lnB>
                    <a:solidFill>
                      <a:srgbClr val="F0F0E7"/>
                    </a:solidFill>
                  </a:tcPr>
                </a:tc>
                <a:tc>
                  <a:txBody>
                    <a:bodyPr lIns="133350" tIns="57150" rIns="114300" bIns="57150"/>
                    <a:lstStyle/>
                    <a:p>
                      <a:r>
                        <a:rPr sz="1650" b="0">
                          <a:solidFill>
                            <a:srgbClr val="162D23"/>
                          </a:solidFill>
                          <a:latin typeface="Arial"/>
                          <a:ea typeface="Arial"/>
                          <a:cs typeface="Arial"/>
                        </a:rPr>
                        <a:t>81.00</a:t>
                      </a:r>
                    </a:p>
                  </a:txBody>
                  <a:tcPr marL="91440" marR="91440" marT="45720" marB="45720" anchor="ctr">
                    <a:lnR w="19050">
                      <a:solidFill>
                        <a:srgbClr val="F4F3EB"/>
                      </a:solidFill>
                      <a:prstDash val="solid"/>
                    </a:lnR>
                    <a:lnB w="19050">
                      <a:solidFill>
                        <a:srgbClr val="F4F3EB"/>
                      </a:solidFill>
                      <a:prstDash val="solid"/>
                    </a:lnB>
                    <a:solidFill>
                      <a:srgbClr val="F0F0E7"/>
                    </a:solidFill>
                  </a:tcPr>
                </a:tc>
                <a:tc>
                  <a:txBody>
                    <a:bodyPr lIns="133350" tIns="57150" rIns="114300" bIns="57150"/>
                    <a:lstStyle/>
                    <a:p>
                      <a:r>
                        <a:rPr sz="1650" b="0">
                          <a:solidFill>
                            <a:srgbClr val="162D23"/>
                          </a:solidFill>
                          <a:latin typeface="Arial"/>
                          <a:ea typeface="Arial"/>
                          <a:cs typeface="Arial"/>
                        </a:rPr>
                        <a:t>162.00</a:t>
                      </a:r>
                    </a:p>
                  </a:txBody>
                  <a:tcPr marL="91440" marR="91440" marT="45720" marB="45720" anchor="ctr">
                    <a:lnR w="19050">
                      <a:solidFill>
                        <a:srgbClr val="F4F3EB"/>
                      </a:solidFill>
                      <a:prstDash val="solid"/>
                    </a:lnR>
                    <a:lnB w="19050">
                      <a:solidFill>
                        <a:srgbClr val="F4F3EB"/>
                      </a:solidFill>
                      <a:prstDash val="solid"/>
                    </a:lnB>
                    <a:solidFill>
                      <a:srgbClr val="F0F0E7"/>
                    </a:solidFill>
                  </a:tcPr>
                </a:tc>
              </a:tr>
              <a:tr h="415018">
                <a:tc>
                  <a:txBody>
                    <a:bodyPr lIns="133350" tIns="57150" rIns="114300" bIns="57150"/>
                    <a:lstStyle/>
                    <a:p>
                      <a:r>
                        <a:rPr sz="1650" b="0">
                          <a:solidFill>
                            <a:srgbClr val="162D23"/>
                          </a:solidFill>
                          <a:latin typeface="Arial"/>
                          <a:ea typeface="Arial"/>
                          <a:cs typeface="Arial"/>
                        </a:rPr>
                        <a:t>Fan / paddle wheel</a:t>
                      </a:r>
                    </a:p>
                  </a:txBody>
                  <a:tcPr marL="91440" marR="91440" marT="45720" marB="45720" anchor="ctr">
                    <a:lnL w="19050">
                      <a:solidFill>
                        <a:srgbClr val="F4F3EB"/>
                      </a:solidFill>
                      <a:prstDash val="solid"/>
                    </a:lnL>
                    <a:lnR w="19050">
                      <a:solidFill>
                        <a:srgbClr val="F4F3EB"/>
                      </a:solidFill>
                      <a:prstDash val="solid"/>
                    </a:lnR>
                    <a:lnB w="19050">
                      <a:solidFill>
                        <a:srgbClr val="F4F3EB"/>
                      </a:solidFill>
                      <a:prstDash val="solid"/>
                    </a:lnB>
                    <a:solidFill>
                      <a:srgbClr val="E7EADF"/>
                    </a:solidFill>
                  </a:tcPr>
                </a:tc>
                <a:tc>
                  <a:txBody>
                    <a:bodyPr lIns="133350" tIns="57150" rIns="114300" bIns="57150"/>
                    <a:lstStyle/>
                    <a:p>
                      <a:r>
                        <a:rPr sz="1650" b="0">
                          <a:solidFill>
                            <a:srgbClr val="162D23"/>
                          </a:solidFill>
                          <a:latin typeface="Arial"/>
                          <a:ea typeface="Arial"/>
                          <a:cs typeface="Arial"/>
                        </a:rPr>
                        <a:t>72.60</a:t>
                      </a:r>
                    </a:p>
                  </a:txBody>
                  <a:tcPr marL="91440" marR="91440" marT="45720" marB="45720" anchor="ctr">
                    <a:lnR w="19050">
                      <a:solidFill>
                        <a:srgbClr val="F4F3EB"/>
                      </a:solidFill>
                      <a:prstDash val="solid"/>
                    </a:lnR>
                    <a:lnB w="19050">
                      <a:solidFill>
                        <a:srgbClr val="F4F3EB"/>
                      </a:solidFill>
                      <a:prstDash val="solid"/>
                    </a:lnB>
                    <a:solidFill>
                      <a:srgbClr val="E7EADF"/>
                    </a:solidFill>
                  </a:tcPr>
                </a:tc>
                <a:tc>
                  <a:txBody>
                    <a:bodyPr lIns="133350" tIns="57150" rIns="114300" bIns="57150"/>
                    <a:lstStyle/>
                    <a:p>
                      <a:r>
                        <a:rPr sz="1650" b="0">
                          <a:solidFill>
                            <a:srgbClr val="162D23"/>
                          </a:solidFill>
                          <a:latin typeface="Arial"/>
                          <a:ea typeface="Arial"/>
                          <a:cs typeface="Arial"/>
                        </a:rPr>
                        <a:t>3,000.00</a:t>
                      </a:r>
                    </a:p>
                  </a:txBody>
                  <a:tcPr marL="91440" marR="91440" marT="45720" marB="45720" anchor="ctr">
                    <a:lnR w="19050">
                      <a:solidFill>
                        <a:srgbClr val="F4F3EB"/>
                      </a:solidFill>
                      <a:prstDash val="solid"/>
                    </a:lnR>
                    <a:lnB w="19050">
                      <a:solidFill>
                        <a:srgbClr val="F4F3EB"/>
                      </a:solidFill>
                      <a:prstDash val="solid"/>
                    </a:lnB>
                    <a:solidFill>
                      <a:srgbClr val="E7EADF"/>
                    </a:solidFill>
                  </a:tcPr>
                </a:tc>
              </a:tr>
              <a:tr h="415018">
                <a:tc>
                  <a:txBody>
                    <a:bodyPr lIns="133350" tIns="57150" rIns="114300" bIns="57150"/>
                    <a:lstStyle/>
                    <a:p>
                      <a:r>
                        <a:rPr sz="1650" b="0">
                          <a:solidFill>
                            <a:srgbClr val="162D23"/>
                          </a:solidFill>
                          <a:latin typeface="Arial"/>
                          <a:ea typeface="Arial"/>
                          <a:cs typeface="Arial"/>
                        </a:rPr>
                        <a:t>Collars and supports</a:t>
                      </a:r>
                    </a:p>
                  </a:txBody>
                  <a:tcPr marL="91440" marR="91440" marT="45720" marB="45720" anchor="ctr">
                    <a:lnL w="19050">
                      <a:solidFill>
                        <a:srgbClr val="F4F3EB"/>
                      </a:solidFill>
                      <a:prstDash val="solid"/>
                    </a:lnL>
                    <a:lnR w="19050">
                      <a:solidFill>
                        <a:srgbClr val="F4F3EB"/>
                      </a:solidFill>
                      <a:prstDash val="solid"/>
                    </a:lnR>
                    <a:lnB w="19050">
                      <a:solidFill>
                        <a:srgbClr val="F4F3EB"/>
                      </a:solidFill>
                      <a:prstDash val="solid"/>
                    </a:lnB>
                    <a:solidFill>
                      <a:srgbClr val="F0F0E7"/>
                    </a:solidFill>
                  </a:tcPr>
                </a:tc>
                <a:tc>
                  <a:txBody>
                    <a:bodyPr lIns="133350" tIns="57150" rIns="114300" bIns="57150"/>
                    <a:lstStyle/>
                    <a:p>
                      <a:r>
                        <a:rPr sz="1650" b="0">
                          <a:solidFill>
                            <a:srgbClr val="162D23"/>
                          </a:solidFill>
                          <a:latin typeface="Arial"/>
                          <a:ea typeface="Arial"/>
                          <a:cs typeface="Arial"/>
                        </a:rPr>
                        <a:t>189.72</a:t>
                      </a:r>
                    </a:p>
                  </a:txBody>
                  <a:tcPr marL="91440" marR="91440" marT="45720" marB="45720" anchor="ctr">
                    <a:lnR w="19050">
                      <a:solidFill>
                        <a:srgbClr val="F4F3EB"/>
                      </a:solidFill>
                      <a:prstDash val="solid"/>
                    </a:lnR>
                    <a:lnB w="19050">
                      <a:solidFill>
                        <a:srgbClr val="F4F3EB"/>
                      </a:solidFill>
                      <a:prstDash val="solid"/>
                    </a:lnB>
                    <a:solidFill>
                      <a:srgbClr val="F0F0E7"/>
                    </a:solidFill>
                  </a:tcPr>
                </a:tc>
                <a:tc>
                  <a:txBody>
                    <a:bodyPr lIns="133350" tIns="57150" rIns="114300" bIns="57150"/>
                    <a:lstStyle/>
                    <a:p>
                      <a:r>
                        <a:rPr sz="1650" b="0">
                          <a:solidFill>
                            <a:srgbClr val="162D23"/>
                          </a:solidFill>
                          <a:latin typeface="Arial"/>
                          <a:ea typeface="Arial"/>
                          <a:cs typeface="Arial"/>
                        </a:rPr>
                        <a:t>189.72</a:t>
                      </a:r>
                    </a:p>
                  </a:txBody>
                  <a:tcPr marL="91440" marR="91440" marT="45720" marB="45720" anchor="ctr">
                    <a:lnR w="19050">
                      <a:solidFill>
                        <a:srgbClr val="F4F3EB"/>
                      </a:solidFill>
                      <a:prstDash val="solid"/>
                    </a:lnR>
                    <a:lnB w="19050">
                      <a:solidFill>
                        <a:srgbClr val="F4F3EB"/>
                      </a:solidFill>
                      <a:prstDash val="solid"/>
                    </a:lnB>
                    <a:solidFill>
                      <a:srgbClr val="F0F0E7"/>
                    </a:solidFill>
                  </a:tcPr>
                </a:tc>
              </a:tr>
              <a:tr h="415018">
                <a:tc>
                  <a:txBody>
                    <a:bodyPr lIns="133350" tIns="57150" rIns="114300" bIns="57150"/>
                    <a:lstStyle/>
                    <a:p>
                      <a:r>
                        <a:rPr sz="1650" b="0">
                          <a:solidFill>
                            <a:srgbClr val="162D23"/>
                          </a:solidFill>
                          <a:latin typeface="Arial"/>
                          <a:ea typeface="Arial"/>
                          <a:cs typeface="Arial"/>
                        </a:rPr>
                        <a:t>Casing / brackets / fasteners</a:t>
                      </a:r>
                    </a:p>
                  </a:txBody>
                  <a:tcPr marL="91440" marR="91440" marT="45720" marB="45720" anchor="ctr">
                    <a:lnL w="19050">
                      <a:solidFill>
                        <a:srgbClr val="F4F3EB"/>
                      </a:solidFill>
                      <a:prstDash val="solid"/>
                    </a:lnL>
                    <a:lnR w="19050">
                      <a:solidFill>
                        <a:srgbClr val="F4F3EB"/>
                      </a:solidFill>
                      <a:prstDash val="solid"/>
                    </a:lnR>
                    <a:lnB w="19050">
                      <a:solidFill>
                        <a:srgbClr val="F4F3EB"/>
                      </a:solidFill>
                      <a:prstDash val="solid"/>
                    </a:lnB>
                    <a:solidFill>
                      <a:srgbClr val="E7EADF"/>
                    </a:solidFill>
                  </a:tcPr>
                </a:tc>
                <a:tc>
                  <a:txBody>
                    <a:bodyPr lIns="133350" tIns="57150" rIns="114300" bIns="57150"/>
                    <a:lstStyle/>
                    <a:p>
                      <a:r>
                        <a:rPr sz="1650" b="0">
                          <a:solidFill>
                            <a:srgbClr val="162D23"/>
                          </a:solidFill>
                          <a:latin typeface="Arial"/>
                          <a:ea typeface="Arial"/>
                          <a:cs typeface="Arial"/>
                        </a:rPr>
                        <a:t>1,000.00</a:t>
                      </a:r>
                    </a:p>
                  </a:txBody>
                  <a:tcPr marL="91440" marR="91440" marT="45720" marB="45720" anchor="ctr">
                    <a:lnR w="19050">
                      <a:solidFill>
                        <a:srgbClr val="F4F3EB"/>
                      </a:solidFill>
                      <a:prstDash val="solid"/>
                    </a:lnR>
                    <a:lnB w="19050">
                      <a:solidFill>
                        <a:srgbClr val="F4F3EB"/>
                      </a:solidFill>
                      <a:prstDash val="solid"/>
                    </a:lnB>
                    <a:solidFill>
                      <a:srgbClr val="E7EADF"/>
                    </a:solidFill>
                  </a:tcPr>
                </a:tc>
                <a:tc>
                  <a:txBody>
                    <a:bodyPr lIns="133350" tIns="57150" rIns="114300" bIns="57150"/>
                    <a:lstStyle/>
                    <a:p>
                      <a:r>
                        <a:rPr sz="1650" b="0">
                          <a:solidFill>
                            <a:srgbClr val="162D23"/>
                          </a:solidFill>
                          <a:latin typeface="Arial"/>
                          <a:ea typeface="Arial"/>
                          <a:cs typeface="Arial"/>
                        </a:rPr>
                        <a:t>700.00</a:t>
                      </a:r>
                    </a:p>
                  </a:txBody>
                  <a:tcPr marL="91440" marR="91440" marT="45720" marB="45720" anchor="ctr">
                    <a:lnR w="19050">
                      <a:solidFill>
                        <a:srgbClr val="F4F3EB"/>
                      </a:solidFill>
                      <a:prstDash val="solid"/>
                    </a:lnR>
                    <a:lnB w="19050">
                      <a:solidFill>
                        <a:srgbClr val="F4F3EB"/>
                      </a:solidFill>
                      <a:prstDash val="solid"/>
                    </a:lnB>
                    <a:solidFill>
                      <a:srgbClr val="E7EADF"/>
                    </a:solidFill>
                  </a:tcPr>
                </a:tc>
              </a:tr>
              <a:tr h="415018">
                <a:tc>
                  <a:txBody>
                    <a:bodyPr lIns="133350" tIns="57150" rIns="114300" bIns="57150"/>
                    <a:lstStyle/>
                    <a:p>
                      <a:r>
                        <a:rPr sz="1650" b="1">
                          <a:solidFill>
                            <a:srgbClr val="F4F3EB"/>
                          </a:solidFill>
                          <a:latin typeface="Arial"/>
                          <a:ea typeface="Arial"/>
                          <a:cs typeface="Arial"/>
                        </a:rPr>
                        <a:t>Component subtotal</a:t>
                      </a:r>
                    </a:p>
                  </a:txBody>
                  <a:tcPr marL="91440" marR="91440" marT="45720" marB="45720" anchor="ctr">
                    <a:lnL w="19050">
                      <a:solidFill>
                        <a:srgbClr val="F4F3EB"/>
                      </a:solidFill>
                      <a:prstDash val="solid"/>
                    </a:lnL>
                    <a:lnR w="19050">
                      <a:solidFill>
                        <a:srgbClr val="F4F3EB"/>
                      </a:solidFill>
                      <a:prstDash val="solid"/>
                    </a:lnR>
                    <a:lnB w="19050">
                      <a:solidFill>
                        <a:srgbClr val="F4F3EB"/>
                      </a:solidFill>
                      <a:prstDash val="solid"/>
                    </a:lnB>
                    <a:solidFill>
                      <a:srgbClr val="19392E"/>
                    </a:solidFill>
                  </a:tcPr>
                </a:tc>
                <a:tc>
                  <a:txBody>
                    <a:bodyPr lIns="133350" tIns="57150" rIns="114300" bIns="57150"/>
                    <a:lstStyle/>
                    <a:p>
                      <a:r>
                        <a:rPr sz="1650" b="1">
                          <a:solidFill>
                            <a:srgbClr val="F4F3EB"/>
                          </a:solidFill>
                          <a:latin typeface="Arial"/>
                          <a:ea typeface="Arial"/>
                          <a:cs typeface="Arial"/>
                        </a:rPr>
                        <a:t>4,043.32</a:t>
                      </a:r>
                    </a:p>
                  </a:txBody>
                  <a:tcPr marL="91440" marR="91440" marT="45720" marB="45720" anchor="ctr">
                    <a:lnR w="19050">
                      <a:solidFill>
                        <a:srgbClr val="F4F3EB"/>
                      </a:solidFill>
                      <a:prstDash val="solid"/>
                    </a:lnR>
                    <a:lnB w="19050">
                      <a:solidFill>
                        <a:srgbClr val="F4F3EB"/>
                      </a:solidFill>
                      <a:prstDash val="solid"/>
                    </a:lnB>
                    <a:solidFill>
                      <a:srgbClr val="19392E"/>
                    </a:solidFill>
                  </a:tcPr>
                </a:tc>
                <a:tc>
                  <a:txBody>
                    <a:bodyPr lIns="133350" tIns="57150" rIns="114300" bIns="57150"/>
                    <a:lstStyle/>
                    <a:p>
                      <a:r>
                        <a:rPr sz="1650" b="1">
                          <a:solidFill>
                            <a:srgbClr val="F4F3EB"/>
                          </a:solidFill>
                          <a:latin typeface="Arial"/>
                          <a:ea typeface="Arial"/>
                          <a:cs typeface="Arial"/>
                        </a:rPr>
                        <a:t>6,751.72</a:t>
                      </a:r>
                    </a:p>
                  </a:txBody>
                  <a:tcPr marL="91440" marR="91440" marT="45720" marB="45720" anchor="ctr">
                    <a:lnR w="19050">
                      <a:solidFill>
                        <a:srgbClr val="F4F3EB"/>
                      </a:solidFill>
                      <a:prstDash val="solid"/>
                    </a:lnR>
                    <a:lnB w="19050">
                      <a:solidFill>
                        <a:srgbClr val="F4F3EB"/>
                      </a:solidFill>
                      <a:prstDash val="solid"/>
                    </a:lnB>
                    <a:solidFill>
                      <a:srgbClr val="19392E"/>
                    </a:solidFill>
                  </a:tcPr>
                </a:tc>
              </a:tr>
            </a:tbl>
          </a:graphicData>
        </a:graphic>
      </p:graphicFrame>
      <p:sp>
        <p:nvSpPr>
          <p:cNvPr id="9" name="Calculated from the supplied costing sheet. These are c">
            <a:extLst xmlns:a="http://schemas.openxmlformats.org/drawingml/2006/main">
              <a:ext uri="{FF2B5EF4-FFF2-40B4-BE49-F238E27FC236}">
                <a16:creationId xmlns:a16="http://schemas.microsoft.com/office/drawing/2014/main" id="{D73D246B-5E0C-4ABF-B7BE-1C89171A4B8B}"/>
              </a:ext>
            </a:extLst>
          </p:cNvPr>
          <p:cNvSpPr>
            <a:spLocks xmlns:a="http://schemas.openxmlformats.org/drawingml/2006/main" noGrp="1"/>
          </p:cNvSpPr>
          <p:nvPr/>
        </p:nvSpPr>
        <p:spPr>
          <a:xfrm xmlns:a="http://schemas.openxmlformats.org/drawingml/2006/main">
            <a:off x="619125" y="58959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45A"/>
                </a:solidFill>
                <a:latin typeface="Arial"/>
                <a:ea typeface="Arial"/>
                <a:cs typeface="Arial"/>
              </a:defRPr>
            </a:defPPr>
            <a:lvl1pPr>
              <a:defRPr sz="1500" b="0">
                <a:solidFill>
                  <a:srgbClr val="53645A"/>
                </a:solidFill>
                <a:latin typeface="Arial"/>
                <a:ea typeface="Arial"/>
                <a:cs typeface="Arial"/>
              </a:defRPr>
            </a:lvl1pPr>
            <a:lvl2pPr>
              <a:defRPr sz="1500" b="0">
                <a:solidFill>
                  <a:srgbClr val="53645A"/>
                </a:solidFill>
                <a:latin typeface="Arial"/>
                <a:ea typeface="Arial"/>
                <a:cs typeface="Arial"/>
              </a:defRPr>
            </a:lvl2pPr>
            <a:lvl3pPr>
              <a:defRPr sz="1500" b="0">
                <a:solidFill>
                  <a:srgbClr val="53645A"/>
                </a:solidFill>
                <a:latin typeface="Arial"/>
                <a:ea typeface="Arial"/>
                <a:cs typeface="Arial"/>
              </a:defRPr>
            </a:lvl3pPr>
            <a:lvl4pPr>
              <a:defRPr sz="1500" b="0">
                <a:solidFill>
                  <a:srgbClr val="53645A"/>
                </a:solidFill>
                <a:latin typeface="Arial"/>
                <a:ea typeface="Arial"/>
                <a:cs typeface="Arial"/>
              </a:defRPr>
            </a:lvl4pPr>
            <a:lvl5pPr>
              <a:defRPr sz="1500" b="0">
                <a:solidFill>
                  <a:srgbClr val="53645A"/>
                </a:solidFill>
                <a:latin typeface="Arial"/>
                <a:ea typeface="Arial"/>
                <a:cs typeface="Arial"/>
              </a:defRPr>
            </a:lvl5pPr>
            <a:lvl6pPr>
              <a:defRPr sz="1500" b="0">
                <a:solidFill>
                  <a:srgbClr val="53645A"/>
                </a:solidFill>
                <a:latin typeface="Arial"/>
                <a:ea typeface="Arial"/>
                <a:cs typeface="Arial"/>
              </a:defRPr>
            </a:lvl6pPr>
            <a:lvl7pPr>
              <a:defRPr sz="1500" b="0">
                <a:solidFill>
                  <a:srgbClr val="53645A"/>
                </a:solidFill>
                <a:latin typeface="Arial"/>
                <a:ea typeface="Arial"/>
                <a:cs typeface="Arial"/>
              </a:defRPr>
            </a:lvl7pPr>
            <a:lvl8pPr>
              <a:defRPr sz="1500" b="0">
                <a:solidFill>
                  <a:srgbClr val="53645A"/>
                </a:solidFill>
                <a:latin typeface="Arial"/>
                <a:ea typeface="Arial"/>
                <a:cs typeface="Arial"/>
              </a:defRPr>
            </a:lvl8pPr>
            <a:lvl9pPr>
              <a:defRPr sz="1500" b="0">
                <a:solidFill>
                  <a:srgbClr val="53645A"/>
                </a:solidFill>
                <a:latin typeface="Arial"/>
                <a:ea typeface="Arial"/>
                <a:cs typeface="Arial"/>
              </a:defRPr>
            </a:lvl9pPr>
          </a:lstStyle>
          <a:p xmlns:a="http://schemas.openxmlformats.org/drawingml/2006/main">
            <a:pPr>
              <a:defRPr sz="1500" b="0">
                <a:solidFill>
                  <a:srgbClr val="53645A"/>
                </a:solidFill>
                <a:latin typeface="Arial"/>
                <a:ea typeface="Arial"/>
                <a:cs typeface="Arial"/>
              </a:defRPr>
            </a:pPr>
            <a:r>
              <a:rPr sz="1500" b="0">
                <a:solidFill>
                  <a:srgbClr val="53645A"/>
                </a:solidFill>
                <a:latin typeface="Arial"/>
                <a:ea typeface="Arial"/>
                <a:cs typeface="Arial"/>
              </a:rPr>
              <a:t>Calculated from the supplied costing sheet. These are component estimates, not installed prices.</a:t>
            </a:r>
          </a:p>
        </p:txBody>
      </p:sp>
      <p:sp>
        <p:nvSpPr>
          <p:cNvPr id="10" name="Installation, labour, ducting, testing and hybrid elect">
            <a:extLst xmlns:a="http://schemas.openxmlformats.org/drawingml/2006/main">
              <a:ext uri="{FF2B5EF4-FFF2-40B4-BE49-F238E27FC236}">
                <a16:creationId xmlns:a16="http://schemas.microsoft.com/office/drawing/2014/main" id="{61174410-A174-4FAC-AC3F-7F9A1F3FD1F5}"/>
              </a:ext>
            </a:extLst>
          </p:cNvPr>
          <p:cNvSpPr>
            <a:spLocks xmlns:a="http://schemas.openxmlformats.org/drawingml/2006/main" noGrp="1"/>
          </p:cNvSpPr>
          <p:nvPr/>
        </p:nvSpPr>
        <p:spPr>
          <a:xfrm xmlns:a="http://schemas.openxmlformats.org/drawingml/2006/main">
            <a:off x="619125" y="6276975"/>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45A"/>
                </a:solidFill>
                <a:latin typeface="Arial"/>
                <a:ea typeface="Arial"/>
                <a:cs typeface="Arial"/>
              </a:defRPr>
            </a:defPPr>
            <a:lvl1pPr>
              <a:defRPr sz="1350" b="0">
                <a:solidFill>
                  <a:srgbClr val="53645A"/>
                </a:solidFill>
                <a:latin typeface="Arial"/>
                <a:ea typeface="Arial"/>
                <a:cs typeface="Arial"/>
              </a:defRPr>
            </a:lvl1pPr>
            <a:lvl2pPr>
              <a:defRPr sz="1350" b="0">
                <a:solidFill>
                  <a:srgbClr val="53645A"/>
                </a:solidFill>
                <a:latin typeface="Arial"/>
                <a:ea typeface="Arial"/>
                <a:cs typeface="Arial"/>
              </a:defRPr>
            </a:lvl2pPr>
            <a:lvl3pPr>
              <a:defRPr sz="1350" b="0">
                <a:solidFill>
                  <a:srgbClr val="53645A"/>
                </a:solidFill>
                <a:latin typeface="Arial"/>
                <a:ea typeface="Arial"/>
                <a:cs typeface="Arial"/>
              </a:defRPr>
            </a:lvl3pPr>
            <a:lvl4pPr>
              <a:defRPr sz="1350" b="0">
                <a:solidFill>
                  <a:srgbClr val="53645A"/>
                </a:solidFill>
                <a:latin typeface="Arial"/>
                <a:ea typeface="Arial"/>
                <a:cs typeface="Arial"/>
              </a:defRPr>
            </a:lvl4pPr>
            <a:lvl5pPr>
              <a:defRPr sz="1350" b="0">
                <a:solidFill>
                  <a:srgbClr val="53645A"/>
                </a:solidFill>
                <a:latin typeface="Arial"/>
                <a:ea typeface="Arial"/>
                <a:cs typeface="Arial"/>
              </a:defRPr>
            </a:lvl5pPr>
            <a:lvl6pPr>
              <a:defRPr sz="1350" b="0">
                <a:solidFill>
                  <a:srgbClr val="53645A"/>
                </a:solidFill>
                <a:latin typeface="Arial"/>
                <a:ea typeface="Arial"/>
                <a:cs typeface="Arial"/>
              </a:defRPr>
            </a:lvl6pPr>
            <a:lvl7pPr>
              <a:defRPr sz="1350" b="0">
                <a:solidFill>
                  <a:srgbClr val="53645A"/>
                </a:solidFill>
                <a:latin typeface="Arial"/>
                <a:ea typeface="Arial"/>
                <a:cs typeface="Arial"/>
              </a:defRPr>
            </a:lvl7pPr>
            <a:lvl8pPr>
              <a:defRPr sz="1350" b="0">
                <a:solidFill>
                  <a:srgbClr val="53645A"/>
                </a:solidFill>
                <a:latin typeface="Arial"/>
                <a:ea typeface="Arial"/>
                <a:cs typeface="Arial"/>
              </a:defRPr>
            </a:lvl8pPr>
            <a:lvl9pPr>
              <a:defRPr sz="1350" b="0">
                <a:solidFill>
                  <a:srgbClr val="53645A"/>
                </a:solidFill>
                <a:latin typeface="Arial"/>
                <a:ea typeface="Arial"/>
                <a:cs typeface="Arial"/>
              </a:defRPr>
            </a:lvl9pPr>
          </a:lstStyle>
          <a:p xmlns:a="http://schemas.openxmlformats.org/drawingml/2006/main">
            <a:pPr>
              <a:defRPr sz="1350" b="0">
                <a:solidFill>
                  <a:srgbClr val="53645A"/>
                </a:solidFill>
                <a:latin typeface="Arial"/>
                <a:ea typeface="Arial"/>
                <a:cs typeface="Arial"/>
              </a:defRPr>
            </a:pPr>
            <a:r>
              <a:rPr sz="1350" b="0">
                <a:solidFill>
                  <a:srgbClr val="53645A"/>
                </a:solidFill>
                <a:latin typeface="Arial"/>
                <a:ea typeface="Arial"/>
                <a:cs typeface="Arial"/>
              </a:rPr>
              <a:t>Installation, labour, ducting, testing and hybrid electrical parts are outside this subtotal.</a:t>
            </a:r>
          </a:p>
        </p:txBody>
      </p:sp>
    </p:spTree>
    <p:extLst>
      <p:ext uri="{BB962C8B-B14F-4D97-AF65-F5344CB8AC3E}">
        <p14:creationId xmlns:p14="http://schemas.microsoft.com/office/powerpoint/2010/main" val="169611267"/>
      </p:ext>
    </p:extLst>
  </p:cSld>
</p:sld>
</file>

<file path=ppt/slides/slide8.xml><?xml version="1.0" encoding="utf-8"?>
<p:sld xmlns:p="http://schemas.openxmlformats.org/presentationml/2006/main">
  <p:cSld>
    <p:bg>
      <p:bgPr>
        <a:solidFill xmlns:a="http://schemas.openxmlformats.org/drawingml/2006/main">
          <a:srgbClr val="101713"/>
        </a:solidFill>
      </p:bgPr>
    </p:bg>
    <p:spTree>
      <p:nvGrpSpPr>
        <p:cNvPr id="1" name=""/>
        <p:cNvGrpSpPr/>
        <p:nvPr/>
      </p:nvGrpSpPr>
      <p:grpSpPr>
        <a:xfrm xmlns:a="http://schemas.openxmlformats.org/drawingml/2006/main"/>
      </p:grpSpPr>
      <p:sp>
        <p:nvSpPr>
          <p:cNvPr id="2" name="A measured field pilot">
            <a:extLst xmlns:a="http://schemas.openxmlformats.org/drawingml/2006/main">
              <a:ext uri="{FF2B5EF4-FFF2-40B4-BE49-F238E27FC236}">
                <a16:creationId xmlns:a16="http://schemas.microsoft.com/office/drawing/2014/main" id="{4173BEC4-269F-498C-BC82-48DB2C232B5E}"/>
              </a:ext>
            </a:extLst>
          </p:cNvPr>
          <p:cNvSpPr>
            <a:spLocks xmlns:a="http://schemas.openxmlformats.org/drawingml/2006/main" noGrp="1"/>
          </p:cNvSpPr>
          <p:nvPr/>
        </p:nvSpPr>
        <p:spPr>
          <a:xfrm xmlns:a="http://schemas.openxmlformats.org/drawingml/2006/main">
            <a:off x="609600" y="428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4F3EB"/>
                </a:solidFill>
                <a:latin typeface="Arial"/>
                <a:ea typeface="Arial"/>
                <a:cs typeface="Arial"/>
              </a:defRPr>
            </a:defPPr>
            <a:lvl1pPr>
              <a:defRPr sz="3300" b="1">
                <a:solidFill>
                  <a:srgbClr val="F4F3EB"/>
                </a:solidFill>
                <a:latin typeface="Arial"/>
                <a:ea typeface="Arial"/>
                <a:cs typeface="Arial"/>
              </a:defRPr>
            </a:lvl1pPr>
            <a:lvl2pPr>
              <a:defRPr sz="3300" b="1">
                <a:solidFill>
                  <a:srgbClr val="F4F3EB"/>
                </a:solidFill>
                <a:latin typeface="Arial"/>
                <a:ea typeface="Arial"/>
                <a:cs typeface="Arial"/>
              </a:defRPr>
            </a:lvl2pPr>
            <a:lvl3pPr>
              <a:defRPr sz="3300" b="1">
                <a:solidFill>
                  <a:srgbClr val="F4F3EB"/>
                </a:solidFill>
                <a:latin typeface="Arial"/>
                <a:ea typeface="Arial"/>
                <a:cs typeface="Arial"/>
              </a:defRPr>
            </a:lvl3pPr>
            <a:lvl4pPr>
              <a:defRPr sz="3300" b="1">
                <a:solidFill>
                  <a:srgbClr val="F4F3EB"/>
                </a:solidFill>
                <a:latin typeface="Arial"/>
                <a:ea typeface="Arial"/>
                <a:cs typeface="Arial"/>
              </a:defRPr>
            </a:lvl4pPr>
            <a:lvl5pPr>
              <a:defRPr sz="3300" b="1">
                <a:solidFill>
                  <a:srgbClr val="F4F3EB"/>
                </a:solidFill>
                <a:latin typeface="Arial"/>
                <a:ea typeface="Arial"/>
                <a:cs typeface="Arial"/>
              </a:defRPr>
            </a:lvl5pPr>
            <a:lvl6pPr>
              <a:defRPr sz="3300" b="1">
                <a:solidFill>
                  <a:srgbClr val="F4F3EB"/>
                </a:solidFill>
                <a:latin typeface="Arial"/>
                <a:ea typeface="Arial"/>
                <a:cs typeface="Arial"/>
              </a:defRPr>
            </a:lvl6pPr>
            <a:lvl7pPr>
              <a:defRPr sz="3300" b="1">
                <a:solidFill>
                  <a:srgbClr val="F4F3EB"/>
                </a:solidFill>
                <a:latin typeface="Arial"/>
                <a:ea typeface="Arial"/>
                <a:cs typeface="Arial"/>
              </a:defRPr>
            </a:lvl7pPr>
            <a:lvl8pPr>
              <a:defRPr sz="3300" b="1">
                <a:solidFill>
                  <a:srgbClr val="F4F3EB"/>
                </a:solidFill>
                <a:latin typeface="Arial"/>
                <a:ea typeface="Arial"/>
                <a:cs typeface="Arial"/>
              </a:defRPr>
            </a:lvl8pPr>
            <a:lvl9pPr>
              <a:defRPr sz="3300" b="1">
                <a:solidFill>
                  <a:srgbClr val="F4F3EB"/>
                </a:solidFill>
                <a:latin typeface="Arial"/>
                <a:ea typeface="Arial"/>
                <a:cs typeface="Arial"/>
              </a:defRPr>
            </a:lvl9pPr>
          </a:lstStyle>
          <a:p xmlns:a="http://schemas.openxmlformats.org/drawingml/2006/main">
            <a:pPr>
              <a:defRPr sz="3300" b="1">
                <a:solidFill>
                  <a:srgbClr val="F4F3EB"/>
                </a:solidFill>
                <a:latin typeface="Arial"/>
                <a:ea typeface="Arial"/>
                <a:cs typeface="Arial"/>
              </a:defRPr>
            </a:pPr>
            <a:r>
              <a:rPr sz="3300" b="1">
                <a:solidFill>
                  <a:srgbClr val="F4F3EB"/>
                </a:solidFill>
                <a:latin typeface="Arial"/>
                <a:ea typeface="Arial"/>
                <a:cs typeface="Arial"/>
              </a:rPr>
              <a:t>A measured field pilot</a:t>
            </a:r>
          </a:p>
        </p:txBody>
      </p:sp>
      <p:sp>
        <p:nvSpPr>
          <p:cNvPr id="3" name="08">
            <a:extLst xmlns:a="http://schemas.openxmlformats.org/drawingml/2006/main">
              <a:ext uri="{FF2B5EF4-FFF2-40B4-BE49-F238E27FC236}">
                <a16:creationId xmlns:a16="http://schemas.microsoft.com/office/drawing/2014/main" id="{C040F5F8-6F95-4C15-876B-100D420ADB34}"/>
              </a:ext>
            </a:extLst>
          </p:cNvPr>
          <p:cNvSpPr>
            <a:spLocks xmlns:a="http://schemas.openxmlformats.org/drawingml/2006/main" noGrp="1"/>
          </p:cNvSpPr>
          <p:nvPr/>
        </p:nvSpPr>
        <p:spPr>
          <a:xfrm xmlns:a="http://schemas.openxmlformats.org/drawingml/2006/main">
            <a:off x="11077575" y="628650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EC0B1"/>
                </a:solidFill>
                <a:latin typeface="Arial"/>
                <a:ea typeface="Arial"/>
                <a:cs typeface="Arial"/>
              </a:defRPr>
            </a:defPPr>
            <a:lvl1pPr>
              <a:defRPr sz="1275" b="0">
                <a:solidFill>
                  <a:srgbClr val="AEC0B1"/>
                </a:solidFill>
                <a:latin typeface="Arial"/>
                <a:ea typeface="Arial"/>
                <a:cs typeface="Arial"/>
              </a:defRPr>
            </a:lvl1pPr>
            <a:lvl2pPr>
              <a:defRPr sz="1275" b="0">
                <a:solidFill>
                  <a:srgbClr val="AEC0B1"/>
                </a:solidFill>
                <a:latin typeface="Arial"/>
                <a:ea typeface="Arial"/>
                <a:cs typeface="Arial"/>
              </a:defRPr>
            </a:lvl2pPr>
            <a:lvl3pPr>
              <a:defRPr sz="1275" b="0">
                <a:solidFill>
                  <a:srgbClr val="AEC0B1"/>
                </a:solidFill>
                <a:latin typeface="Arial"/>
                <a:ea typeface="Arial"/>
                <a:cs typeface="Arial"/>
              </a:defRPr>
            </a:lvl3pPr>
            <a:lvl4pPr>
              <a:defRPr sz="1275" b="0">
                <a:solidFill>
                  <a:srgbClr val="AEC0B1"/>
                </a:solidFill>
                <a:latin typeface="Arial"/>
                <a:ea typeface="Arial"/>
                <a:cs typeface="Arial"/>
              </a:defRPr>
            </a:lvl4pPr>
            <a:lvl5pPr>
              <a:defRPr sz="1275" b="0">
                <a:solidFill>
                  <a:srgbClr val="AEC0B1"/>
                </a:solidFill>
                <a:latin typeface="Arial"/>
                <a:ea typeface="Arial"/>
                <a:cs typeface="Arial"/>
              </a:defRPr>
            </a:lvl5pPr>
            <a:lvl6pPr>
              <a:defRPr sz="1275" b="0">
                <a:solidFill>
                  <a:srgbClr val="AEC0B1"/>
                </a:solidFill>
                <a:latin typeface="Arial"/>
                <a:ea typeface="Arial"/>
                <a:cs typeface="Arial"/>
              </a:defRPr>
            </a:lvl6pPr>
            <a:lvl7pPr>
              <a:defRPr sz="1275" b="0">
                <a:solidFill>
                  <a:srgbClr val="AEC0B1"/>
                </a:solidFill>
                <a:latin typeface="Arial"/>
                <a:ea typeface="Arial"/>
                <a:cs typeface="Arial"/>
              </a:defRPr>
            </a:lvl7pPr>
            <a:lvl8pPr>
              <a:defRPr sz="1275" b="0">
                <a:solidFill>
                  <a:srgbClr val="AEC0B1"/>
                </a:solidFill>
                <a:latin typeface="Arial"/>
                <a:ea typeface="Arial"/>
                <a:cs typeface="Arial"/>
              </a:defRPr>
            </a:lvl8pPr>
            <a:lvl9pPr>
              <a:defRPr sz="1275" b="0">
                <a:solidFill>
                  <a:srgbClr val="AEC0B1"/>
                </a:solidFill>
                <a:latin typeface="Arial"/>
                <a:ea typeface="Arial"/>
                <a:cs typeface="Arial"/>
              </a:defRPr>
            </a:lvl9pPr>
          </a:lstStyle>
          <a:p xmlns:a="http://schemas.openxmlformats.org/drawingml/2006/main">
            <a:pPr>
              <a:defRPr sz="1275" b="0">
                <a:solidFill>
                  <a:srgbClr val="AEC0B1"/>
                </a:solidFill>
                <a:latin typeface="Arial"/>
                <a:ea typeface="Arial"/>
                <a:cs typeface="Arial"/>
              </a:defRPr>
            </a:pPr>
            <a:r>
              <a:rPr sz="1275" b="0">
                <a:solidFill>
                  <a:srgbClr val="AEC0B1"/>
                </a:solidFill>
                <a:latin typeface="Arial"/>
                <a:ea typeface="Arial"/>
                <a:cs typeface="Arial"/>
              </a:rPr>
              <a:t>08</a:t>
            </a:r>
          </a:p>
        </p:txBody>
      </p:sp>
      <p:sp>
        <p:nvSpPr>
          <p:cNvPr id="4" name="The next development step">
            <a:extLst xmlns:a="http://schemas.openxmlformats.org/drawingml/2006/main">
              <a:ext uri="{FF2B5EF4-FFF2-40B4-BE49-F238E27FC236}">
                <a16:creationId xmlns:a16="http://schemas.microsoft.com/office/drawing/2014/main" id="{D9F68678-85B7-46FC-916C-496D627C5590}"/>
              </a:ext>
            </a:extLst>
          </p:cNvPr>
          <p:cNvSpPr>
            <a:spLocks xmlns:a="http://schemas.openxmlformats.org/drawingml/2006/main" noGrp="1"/>
          </p:cNvSpPr>
          <p:nvPr/>
        </p:nvSpPr>
        <p:spPr>
          <a:xfrm xmlns:a="http://schemas.openxmlformats.org/drawingml/2006/main">
            <a:off x="619125" y="1428750"/>
            <a:ext cx="914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C5DD9A"/>
                </a:solidFill>
                <a:latin typeface="Arial"/>
                <a:ea typeface="Arial"/>
                <a:cs typeface="Arial"/>
              </a:defRPr>
            </a:defPPr>
            <a:lvl1pPr>
              <a:defRPr sz="2325" b="0">
                <a:solidFill>
                  <a:srgbClr val="C5DD9A"/>
                </a:solidFill>
                <a:latin typeface="Arial"/>
                <a:ea typeface="Arial"/>
                <a:cs typeface="Arial"/>
              </a:defRPr>
            </a:lvl1pPr>
            <a:lvl2pPr>
              <a:defRPr sz="2325" b="0">
                <a:solidFill>
                  <a:srgbClr val="C5DD9A"/>
                </a:solidFill>
                <a:latin typeface="Arial"/>
                <a:ea typeface="Arial"/>
                <a:cs typeface="Arial"/>
              </a:defRPr>
            </a:lvl2pPr>
            <a:lvl3pPr>
              <a:defRPr sz="2325" b="0">
                <a:solidFill>
                  <a:srgbClr val="C5DD9A"/>
                </a:solidFill>
                <a:latin typeface="Arial"/>
                <a:ea typeface="Arial"/>
                <a:cs typeface="Arial"/>
              </a:defRPr>
            </a:lvl3pPr>
            <a:lvl4pPr>
              <a:defRPr sz="2325" b="0">
                <a:solidFill>
                  <a:srgbClr val="C5DD9A"/>
                </a:solidFill>
                <a:latin typeface="Arial"/>
                <a:ea typeface="Arial"/>
                <a:cs typeface="Arial"/>
              </a:defRPr>
            </a:lvl4pPr>
            <a:lvl5pPr>
              <a:defRPr sz="2325" b="0">
                <a:solidFill>
                  <a:srgbClr val="C5DD9A"/>
                </a:solidFill>
                <a:latin typeface="Arial"/>
                <a:ea typeface="Arial"/>
                <a:cs typeface="Arial"/>
              </a:defRPr>
            </a:lvl5pPr>
            <a:lvl6pPr>
              <a:defRPr sz="2325" b="0">
                <a:solidFill>
                  <a:srgbClr val="C5DD9A"/>
                </a:solidFill>
                <a:latin typeface="Arial"/>
                <a:ea typeface="Arial"/>
                <a:cs typeface="Arial"/>
              </a:defRPr>
            </a:lvl6pPr>
            <a:lvl7pPr>
              <a:defRPr sz="2325" b="0">
                <a:solidFill>
                  <a:srgbClr val="C5DD9A"/>
                </a:solidFill>
                <a:latin typeface="Arial"/>
                <a:ea typeface="Arial"/>
                <a:cs typeface="Arial"/>
              </a:defRPr>
            </a:lvl7pPr>
            <a:lvl8pPr>
              <a:defRPr sz="2325" b="0">
                <a:solidFill>
                  <a:srgbClr val="C5DD9A"/>
                </a:solidFill>
                <a:latin typeface="Arial"/>
                <a:ea typeface="Arial"/>
                <a:cs typeface="Arial"/>
              </a:defRPr>
            </a:lvl8pPr>
            <a:lvl9pPr>
              <a:defRPr sz="2325" b="0">
                <a:solidFill>
                  <a:srgbClr val="C5DD9A"/>
                </a:solidFill>
                <a:latin typeface="Arial"/>
                <a:ea typeface="Arial"/>
                <a:cs typeface="Arial"/>
              </a:defRPr>
            </a:lvl9pPr>
          </a:lstStyle>
          <a:p xmlns:a="http://schemas.openxmlformats.org/drawingml/2006/main">
            <a:pPr>
              <a:defRPr sz="2325" b="0">
                <a:solidFill>
                  <a:srgbClr val="C5DD9A"/>
                </a:solidFill>
                <a:latin typeface="Arial"/>
                <a:ea typeface="Arial"/>
                <a:cs typeface="Arial"/>
              </a:defRPr>
            </a:pPr>
            <a:r>
              <a:rPr sz="2325" b="0">
                <a:solidFill>
                  <a:srgbClr val="C5DD9A"/>
                </a:solidFill>
                <a:latin typeface="Arial"/>
                <a:ea typeface="Arial"/>
                <a:cs typeface="Arial"/>
              </a:rPr>
              <a:t>The next development step</a:t>
            </a:r>
          </a:p>
        </p:txBody>
      </p:sp>
      <p:sp>
        <p:nvSpPr>
          <p:cNvPr id="5" name="01">
            <a:extLst xmlns:a="http://schemas.openxmlformats.org/drawingml/2006/main">
              <a:ext uri="{FF2B5EF4-FFF2-40B4-BE49-F238E27FC236}">
                <a16:creationId xmlns:a16="http://schemas.microsoft.com/office/drawing/2014/main" id="{8D6AE87E-0FA3-4B09-91EB-404E4588CF66}"/>
              </a:ext>
            </a:extLst>
          </p:cNvPr>
          <p:cNvSpPr>
            <a:spLocks xmlns:a="http://schemas.openxmlformats.org/drawingml/2006/main" noGrp="1"/>
          </p:cNvSpPr>
          <p:nvPr/>
        </p:nvSpPr>
        <p:spPr>
          <a:xfrm xmlns:a="http://schemas.openxmlformats.org/drawingml/2006/main">
            <a:off x="619125" y="232410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5DD9A"/>
                </a:solidFill>
                <a:latin typeface="Arial"/>
                <a:ea typeface="Arial"/>
                <a:cs typeface="Arial"/>
              </a:defRPr>
            </a:defPPr>
            <a:lvl1pPr>
              <a:defRPr sz="2175" b="1">
                <a:solidFill>
                  <a:srgbClr val="C5DD9A"/>
                </a:solidFill>
                <a:latin typeface="Arial"/>
                <a:ea typeface="Arial"/>
                <a:cs typeface="Arial"/>
              </a:defRPr>
            </a:lvl1pPr>
            <a:lvl2pPr>
              <a:defRPr sz="2175" b="1">
                <a:solidFill>
                  <a:srgbClr val="C5DD9A"/>
                </a:solidFill>
                <a:latin typeface="Arial"/>
                <a:ea typeface="Arial"/>
                <a:cs typeface="Arial"/>
              </a:defRPr>
            </a:lvl2pPr>
            <a:lvl3pPr>
              <a:defRPr sz="2175" b="1">
                <a:solidFill>
                  <a:srgbClr val="C5DD9A"/>
                </a:solidFill>
                <a:latin typeface="Arial"/>
                <a:ea typeface="Arial"/>
                <a:cs typeface="Arial"/>
              </a:defRPr>
            </a:lvl3pPr>
            <a:lvl4pPr>
              <a:defRPr sz="2175" b="1">
                <a:solidFill>
                  <a:srgbClr val="C5DD9A"/>
                </a:solidFill>
                <a:latin typeface="Arial"/>
                <a:ea typeface="Arial"/>
                <a:cs typeface="Arial"/>
              </a:defRPr>
            </a:lvl4pPr>
            <a:lvl5pPr>
              <a:defRPr sz="2175" b="1">
                <a:solidFill>
                  <a:srgbClr val="C5DD9A"/>
                </a:solidFill>
                <a:latin typeface="Arial"/>
                <a:ea typeface="Arial"/>
                <a:cs typeface="Arial"/>
              </a:defRPr>
            </a:lvl5pPr>
            <a:lvl6pPr>
              <a:defRPr sz="2175" b="1">
                <a:solidFill>
                  <a:srgbClr val="C5DD9A"/>
                </a:solidFill>
                <a:latin typeface="Arial"/>
                <a:ea typeface="Arial"/>
                <a:cs typeface="Arial"/>
              </a:defRPr>
            </a:lvl6pPr>
            <a:lvl7pPr>
              <a:defRPr sz="2175" b="1">
                <a:solidFill>
                  <a:srgbClr val="C5DD9A"/>
                </a:solidFill>
                <a:latin typeface="Arial"/>
                <a:ea typeface="Arial"/>
                <a:cs typeface="Arial"/>
              </a:defRPr>
            </a:lvl7pPr>
            <a:lvl8pPr>
              <a:defRPr sz="2175" b="1">
                <a:solidFill>
                  <a:srgbClr val="C5DD9A"/>
                </a:solidFill>
                <a:latin typeface="Arial"/>
                <a:ea typeface="Arial"/>
                <a:cs typeface="Arial"/>
              </a:defRPr>
            </a:lvl8pPr>
            <a:lvl9pPr>
              <a:defRPr sz="2175" b="1">
                <a:solidFill>
                  <a:srgbClr val="C5DD9A"/>
                </a:solidFill>
                <a:latin typeface="Arial"/>
                <a:ea typeface="Arial"/>
                <a:cs typeface="Arial"/>
              </a:defRPr>
            </a:lvl9pPr>
          </a:lstStyle>
          <a:p xmlns:a="http://schemas.openxmlformats.org/drawingml/2006/main">
            <a:pPr>
              <a:defRPr sz="2175" b="1">
                <a:solidFill>
                  <a:srgbClr val="C5DD9A"/>
                </a:solidFill>
                <a:latin typeface="Arial"/>
                <a:ea typeface="Arial"/>
                <a:cs typeface="Arial"/>
              </a:defRPr>
            </a:pPr>
            <a:r>
              <a:rPr sz="2175" b="1">
                <a:solidFill>
                  <a:srgbClr val="C5DD9A"/>
                </a:solidFill>
                <a:latin typeface="Arial"/>
                <a:ea typeface="Arial"/>
                <a:cs typeface="Arial"/>
              </a:rPr>
              <a:t>01</a:t>
            </a:r>
          </a:p>
        </p:txBody>
      </p:sp>
      <p:sp>
        <p:nvSpPr>
          <p:cNvPr id="6" name="Measure starting wind speed, shaft torque and transmiss">
            <a:extLst xmlns:a="http://schemas.openxmlformats.org/drawingml/2006/main">
              <a:ext uri="{FF2B5EF4-FFF2-40B4-BE49-F238E27FC236}">
                <a16:creationId xmlns:a16="http://schemas.microsoft.com/office/drawing/2014/main" id="{7409A41B-6628-4D62-BA22-B0F734148BB7}"/>
              </a:ext>
            </a:extLst>
          </p:cNvPr>
          <p:cNvSpPr>
            <a:spLocks xmlns:a="http://schemas.openxmlformats.org/drawingml/2006/main" noGrp="1"/>
          </p:cNvSpPr>
          <p:nvPr/>
        </p:nvSpPr>
        <p:spPr>
          <a:xfrm xmlns:a="http://schemas.openxmlformats.org/drawingml/2006/main">
            <a:off x="1438275" y="2305050"/>
            <a:ext cx="9667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4F3EB"/>
                </a:solidFill>
                <a:latin typeface="Arial"/>
                <a:ea typeface="Arial"/>
                <a:cs typeface="Arial"/>
              </a:defRPr>
            </a:defPPr>
            <a:lvl1pPr>
              <a:defRPr sz="2325" b="0">
                <a:solidFill>
                  <a:srgbClr val="F4F3EB"/>
                </a:solidFill>
                <a:latin typeface="Arial"/>
                <a:ea typeface="Arial"/>
                <a:cs typeface="Arial"/>
              </a:defRPr>
            </a:lvl1pPr>
            <a:lvl2pPr>
              <a:defRPr sz="2325" b="0">
                <a:solidFill>
                  <a:srgbClr val="F4F3EB"/>
                </a:solidFill>
                <a:latin typeface="Arial"/>
                <a:ea typeface="Arial"/>
                <a:cs typeface="Arial"/>
              </a:defRPr>
            </a:lvl2pPr>
            <a:lvl3pPr>
              <a:defRPr sz="2325" b="0">
                <a:solidFill>
                  <a:srgbClr val="F4F3EB"/>
                </a:solidFill>
                <a:latin typeface="Arial"/>
                <a:ea typeface="Arial"/>
                <a:cs typeface="Arial"/>
              </a:defRPr>
            </a:lvl3pPr>
            <a:lvl4pPr>
              <a:defRPr sz="2325" b="0">
                <a:solidFill>
                  <a:srgbClr val="F4F3EB"/>
                </a:solidFill>
                <a:latin typeface="Arial"/>
                <a:ea typeface="Arial"/>
                <a:cs typeface="Arial"/>
              </a:defRPr>
            </a:lvl4pPr>
            <a:lvl5pPr>
              <a:defRPr sz="2325" b="0">
                <a:solidFill>
                  <a:srgbClr val="F4F3EB"/>
                </a:solidFill>
                <a:latin typeface="Arial"/>
                <a:ea typeface="Arial"/>
                <a:cs typeface="Arial"/>
              </a:defRPr>
            </a:lvl5pPr>
            <a:lvl6pPr>
              <a:defRPr sz="2325" b="0">
                <a:solidFill>
                  <a:srgbClr val="F4F3EB"/>
                </a:solidFill>
                <a:latin typeface="Arial"/>
                <a:ea typeface="Arial"/>
                <a:cs typeface="Arial"/>
              </a:defRPr>
            </a:lvl6pPr>
            <a:lvl7pPr>
              <a:defRPr sz="2325" b="0">
                <a:solidFill>
                  <a:srgbClr val="F4F3EB"/>
                </a:solidFill>
                <a:latin typeface="Arial"/>
                <a:ea typeface="Arial"/>
                <a:cs typeface="Arial"/>
              </a:defRPr>
            </a:lvl7pPr>
            <a:lvl8pPr>
              <a:defRPr sz="2325" b="0">
                <a:solidFill>
                  <a:srgbClr val="F4F3EB"/>
                </a:solidFill>
                <a:latin typeface="Arial"/>
                <a:ea typeface="Arial"/>
                <a:cs typeface="Arial"/>
              </a:defRPr>
            </a:lvl8pPr>
            <a:lvl9pPr>
              <a:defRPr sz="2325" b="0">
                <a:solidFill>
                  <a:srgbClr val="F4F3EB"/>
                </a:solidFill>
                <a:latin typeface="Arial"/>
                <a:ea typeface="Arial"/>
                <a:cs typeface="Arial"/>
              </a:defRPr>
            </a:lvl9pPr>
          </a:lstStyle>
          <a:p xmlns:a="http://schemas.openxmlformats.org/drawingml/2006/main">
            <a:pPr>
              <a:defRPr sz="2325" b="0">
                <a:solidFill>
                  <a:srgbClr val="F4F3EB"/>
                </a:solidFill>
                <a:latin typeface="Arial"/>
                <a:ea typeface="Arial"/>
                <a:cs typeface="Arial"/>
              </a:defRPr>
            </a:pPr>
            <a:r>
              <a:rPr sz="2325" b="0">
                <a:solidFill>
                  <a:srgbClr val="F4F3EB"/>
                </a:solidFill>
                <a:latin typeface="Arial"/>
                <a:ea typeface="Arial"/>
                <a:cs typeface="Arial"/>
              </a:rPr>
              <a:t>Measure starting wind speed, shaft torque and transmission losses.</a:t>
            </a:r>
          </a:p>
        </p:txBody>
      </p:sp>
      <p:sp>
        <p:nvSpPr>
          <p:cNvPr id="7" name="02">
            <a:extLst xmlns:a="http://schemas.openxmlformats.org/drawingml/2006/main">
              <a:ext uri="{FF2B5EF4-FFF2-40B4-BE49-F238E27FC236}">
                <a16:creationId xmlns:a16="http://schemas.microsoft.com/office/drawing/2014/main" id="{B777BCF2-0B5D-4FDF-B384-E56CA02306C0}"/>
              </a:ext>
            </a:extLst>
          </p:cNvPr>
          <p:cNvSpPr>
            <a:spLocks xmlns:a="http://schemas.openxmlformats.org/drawingml/2006/main" noGrp="1"/>
          </p:cNvSpPr>
          <p:nvPr/>
        </p:nvSpPr>
        <p:spPr>
          <a:xfrm xmlns:a="http://schemas.openxmlformats.org/drawingml/2006/main">
            <a:off x="619125" y="34004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5DD9A"/>
                </a:solidFill>
                <a:latin typeface="Arial"/>
                <a:ea typeface="Arial"/>
                <a:cs typeface="Arial"/>
              </a:defRPr>
            </a:defPPr>
            <a:lvl1pPr>
              <a:defRPr sz="2175" b="1">
                <a:solidFill>
                  <a:srgbClr val="C5DD9A"/>
                </a:solidFill>
                <a:latin typeface="Arial"/>
                <a:ea typeface="Arial"/>
                <a:cs typeface="Arial"/>
              </a:defRPr>
            </a:lvl1pPr>
            <a:lvl2pPr>
              <a:defRPr sz="2175" b="1">
                <a:solidFill>
                  <a:srgbClr val="C5DD9A"/>
                </a:solidFill>
                <a:latin typeface="Arial"/>
                <a:ea typeface="Arial"/>
                <a:cs typeface="Arial"/>
              </a:defRPr>
            </a:lvl2pPr>
            <a:lvl3pPr>
              <a:defRPr sz="2175" b="1">
                <a:solidFill>
                  <a:srgbClr val="C5DD9A"/>
                </a:solidFill>
                <a:latin typeface="Arial"/>
                <a:ea typeface="Arial"/>
                <a:cs typeface="Arial"/>
              </a:defRPr>
            </a:lvl3pPr>
            <a:lvl4pPr>
              <a:defRPr sz="2175" b="1">
                <a:solidFill>
                  <a:srgbClr val="C5DD9A"/>
                </a:solidFill>
                <a:latin typeface="Arial"/>
                <a:ea typeface="Arial"/>
                <a:cs typeface="Arial"/>
              </a:defRPr>
            </a:lvl4pPr>
            <a:lvl5pPr>
              <a:defRPr sz="2175" b="1">
                <a:solidFill>
                  <a:srgbClr val="C5DD9A"/>
                </a:solidFill>
                <a:latin typeface="Arial"/>
                <a:ea typeface="Arial"/>
                <a:cs typeface="Arial"/>
              </a:defRPr>
            </a:lvl5pPr>
            <a:lvl6pPr>
              <a:defRPr sz="2175" b="1">
                <a:solidFill>
                  <a:srgbClr val="C5DD9A"/>
                </a:solidFill>
                <a:latin typeface="Arial"/>
                <a:ea typeface="Arial"/>
                <a:cs typeface="Arial"/>
              </a:defRPr>
            </a:lvl6pPr>
            <a:lvl7pPr>
              <a:defRPr sz="2175" b="1">
                <a:solidFill>
                  <a:srgbClr val="C5DD9A"/>
                </a:solidFill>
                <a:latin typeface="Arial"/>
                <a:ea typeface="Arial"/>
                <a:cs typeface="Arial"/>
              </a:defRPr>
            </a:lvl7pPr>
            <a:lvl8pPr>
              <a:defRPr sz="2175" b="1">
                <a:solidFill>
                  <a:srgbClr val="C5DD9A"/>
                </a:solidFill>
                <a:latin typeface="Arial"/>
                <a:ea typeface="Arial"/>
                <a:cs typeface="Arial"/>
              </a:defRPr>
            </a:lvl8pPr>
            <a:lvl9pPr>
              <a:defRPr sz="2175" b="1">
                <a:solidFill>
                  <a:srgbClr val="C5DD9A"/>
                </a:solidFill>
                <a:latin typeface="Arial"/>
                <a:ea typeface="Arial"/>
                <a:cs typeface="Arial"/>
              </a:defRPr>
            </a:lvl9pPr>
          </a:lstStyle>
          <a:p xmlns:a="http://schemas.openxmlformats.org/drawingml/2006/main">
            <a:pPr>
              <a:defRPr sz="2175" b="1">
                <a:solidFill>
                  <a:srgbClr val="C5DD9A"/>
                </a:solidFill>
                <a:latin typeface="Arial"/>
                <a:ea typeface="Arial"/>
                <a:cs typeface="Arial"/>
              </a:defRPr>
            </a:pPr>
            <a:r>
              <a:rPr sz="2175" b="1">
                <a:solidFill>
                  <a:srgbClr val="C5DD9A"/>
                </a:solidFill>
                <a:latin typeface="Arial"/>
                <a:ea typeface="Arial"/>
                <a:cs typeface="Arial"/>
              </a:rPr>
              <a:t>02</a:t>
            </a:r>
          </a:p>
        </p:txBody>
      </p:sp>
      <p:sp>
        <p:nvSpPr>
          <p:cNvPr id="8" name="Test airflow under duct resistance and oxygen transfer ">
            <a:extLst xmlns:a="http://schemas.openxmlformats.org/drawingml/2006/main">
              <a:ext uri="{FF2B5EF4-FFF2-40B4-BE49-F238E27FC236}">
                <a16:creationId xmlns:a16="http://schemas.microsoft.com/office/drawing/2014/main" id="{7DC2C1A4-3789-4A81-B2C9-A64AEE9E9924}"/>
              </a:ext>
            </a:extLst>
          </p:cNvPr>
          <p:cNvSpPr>
            <a:spLocks xmlns:a="http://schemas.openxmlformats.org/drawingml/2006/main" noGrp="1"/>
          </p:cNvSpPr>
          <p:nvPr/>
        </p:nvSpPr>
        <p:spPr>
          <a:xfrm xmlns:a="http://schemas.openxmlformats.org/drawingml/2006/main">
            <a:off x="1438275" y="3381375"/>
            <a:ext cx="9667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4F3EB"/>
                </a:solidFill>
                <a:latin typeface="Arial"/>
                <a:ea typeface="Arial"/>
                <a:cs typeface="Arial"/>
              </a:defRPr>
            </a:defPPr>
            <a:lvl1pPr>
              <a:defRPr sz="2325" b="0">
                <a:solidFill>
                  <a:srgbClr val="F4F3EB"/>
                </a:solidFill>
                <a:latin typeface="Arial"/>
                <a:ea typeface="Arial"/>
                <a:cs typeface="Arial"/>
              </a:defRPr>
            </a:lvl1pPr>
            <a:lvl2pPr>
              <a:defRPr sz="2325" b="0">
                <a:solidFill>
                  <a:srgbClr val="F4F3EB"/>
                </a:solidFill>
                <a:latin typeface="Arial"/>
                <a:ea typeface="Arial"/>
                <a:cs typeface="Arial"/>
              </a:defRPr>
            </a:lvl2pPr>
            <a:lvl3pPr>
              <a:defRPr sz="2325" b="0">
                <a:solidFill>
                  <a:srgbClr val="F4F3EB"/>
                </a:solidFill>
                <a:latin typeface="Arial"/>
                <a:ea typeface="Arial"/>
                <a:cs typeface="Arial"/>
              </a:defRPr>
            </a:lvl3pPr>
            <a:lvl4pPr>
              <a:defRPr sz="2325" b="0">
                <a:solidFill>
                  <a:srgbClr val="F4F3EB"/>
                </a:solidFill>
                <a:latin typeface="Arial"/>
                <a:ea typeface="Arial"/>
                <a:cs typeface="Arial"/>
              </a:defRPr>
            </a:lvl4pPr>
            <a:lvl5pPr>
              <a:defRPr sz="2325" b="0">
                <a:solidFill>
                  <a:srgbClr val="F4F3EB"/>
                </a:solidFill>
                <a:latin typeface="Arial"/>
                <a:ea typeface="Arial"/>
                <a:cs typeface="Arial"/>
              </a:defRPr>
            </a:lvl5pPr>
            <a:lvl6pPr>
              <a:defRPr sz="2325" b="0">
                <a:solidFill>
                  <a:srgbClr val="F4F3EB"/>
                </a:solidFill>
                <a:latin typeface="Arial"/>
                <a:ea typeface="Arial"/>
                <a:cs typeface="Arial"/>
              </a:defRPr>
            </a:lvl6pPr>
            <a:lvl7pPr>
              <a:defRPr sz="2325" b="0">
                <a:solidFill>
                  <a:srgbClr val="F4F3EB"/>
                </a:solidFill>
                <a:latin typeface="Arial"/>
                <a:ea typeface="Arial"/>
                <a:cs typeface="Arial"/>
              </a:defRPr>
            </a:lvl7pPr>
            <a:lvl8pPr>
              <a:defRPr sz="2325" b="0">
                <a:solidFill>
                  <a:srgbClr val="F4F3EB"/>
                </a:solidFill>
                <a:latin typeface="Arial"/>
                <a:ea typeface="Arial"/>
                <a:cs typeface="Arial"/>
              </a:defRPr>
            </a:lvl8pPr>
            <a:lvl9pPr>
              <a:defRPr sz="2325" b="0">
                <a:solidFill>
                  <a:srgbClr val="F4F3EB"/>
                </a:solidFill>
                <a:latin typeface="Arial"/>
                <a:ea typeface="Arial"/>
                <a:cs typeface="Arial"/>
              </a:defRPr>
            </a:lvl9pPr>
          </a:lstStyle>
          <a:p xmlns:a="http://schemas.openxmlformats.org/drawingml/2006/main">
            <a:pPr>
              <a:defRPr sz="2325" b="0">
                <a:solidFill>
                  <a:srgbClr val="F4F3EB"/>
                </a:solidFill>
                <a:latin typeface="Arial"/>
                <a:ea typeface="Arial"/>
                <a:cs typeface="Arial"/>
              </a:defRPr>
            </a:pPr>
            <a:r>
              <a:rPr sz="2325" b="0">
                <a:solidFill>
                  <a:srgbClr val="F4F3EB"/>
                </a:solidFill>
                <a:latin typeface="Arial"/>
                <a:ea typeface="Arial"/>
                <a:cs typeface="Arial"/>
              </a:rPr>
              <a:t>Test airflow under duct resistance and oxygen transfer in water.</a:t>
            </a:r>
          </a:p>
        </p:txBody>
      </p:sp>
      <p:sp>
        <p:nvSpPr>
          <p:cNvPr id="9" name="03">
            <a:extLst xmlns:a="http://schemas.openxmlformats.org/drawingml/2006/main">
              <a:ext uri="{FF2B5EF4-FFF2-40B4-BE49-F238E27FC236}">
                <a16:creationId xmlns:a16="http://schemas.microsoft.com/office/drawing/2014/main" id="{0E40E7E9-ADA5-4983-8E79-088C6DB122EE}"/>
              </a:ext>
            </a:extLst>
          </p:cNvPr>
          <p:cNvSpPr>
            <a:spLocks xmlns:a="http://schemas.openxmlformats.org/drawingml/2006/main" noGrp="1"/>
          </p:cNvSpPr>
          <p:nvPr/>
        </p:nvSpPr>
        <p:spPr>
          <a:xfrm xmlns:a="http://schemas.openxmlformats.org/drawingml/2006/main">
            <a:off x="619125" y="44767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5DD9A"/>
                </a:solidFill>
                <a:latin typeface="Arial"/>
                <a:ea typeface="Arial"/>
                <a:cs typeface="Arial"/>
              </a:defRPr>
            </a:defPPr>
            <a:lvl1pPr>
              <a:defRPr sz="2175" b="1">
                <a:solidFill>
                  <a:srgbClr val="C5DD9A"/>
                </a:solidFill>
                <a:latin typeface="Arial"/>
                <a:ea typeface="Arial"/>
                <a:cs typeface="Arial"/>
              </a:defRPr>
            </a:lvl1pPr>
            <a:lvl2pPr>
              <a:defRPr sz="2175" b="1">
                <a:solidFill>
                  <a:srgbClr val="C5DD9A"/>
                </a:solidFill>
                <a:latin typeface="Arial"/>
                <a:ea typeface="Arial"/>
                <a:cs typeface="Arial"/>
              </a:defRPr>
            </a:lvl2pPr>
            <a:lvl3pPr>
              <a:defRPr sz="2175" b="1">
                <a:solidFill>
                  <a:srgbClr val="C5DD9A"/>
                </a:solidFill>
                <a:latin typeface="Arial"/>
                <a:ea typeface="Arial"/>
                <a:cs typeface="Arial"/>
              </a:defRPr>
            </a:lvl3pPr>
            <a:lvl4pPr>
              <a:defRPr sz="2175" b="1">
                <a:solidFill>
                  <a:srgbClr val="C5DD9A"/>
                </a:solidFill>
                <a:latin typeface="Arial"/>
                <a:ea typeface="Arial"/>
                <a:cs typeface="Arial"/>
              </a:defRPr>
            </a:lvl4pPr>
            <a:lvl5pPr>
              <a:defRPr sz="2175" b="1">
                <a:solidFill>
                  <a:srgbClr val="C5DD9A"/>
                </a:solidFill>
                <a:latin typeface="Arial"/>
                <a:ea typeface="Arial"/>
                <a:cs typeface="Arial"/>
              </a:defRPr>
            </a:lvl5pPr>
            <a:lvl6pPr>
              <a:defRPr sz="2175" b="1">
                <a:solidFill>
                  <a:srgbClr val="C5DD9A"/>
                </a:solidFill>
                <a:latin typeface="Arial"/>
                <a:ea typeface="Arial"/>
                <a:cs typeface="Arial"/>
              </a:defRPr>
            </a:lvl6pPr>
            <a:lvl7pPr>
              <a:defRPr sz="2175" b="1">
                <a:solidFill>
                  <a:srgbClr val="C5DD9A"/>
                </a:solidFill>
                <a:latin typeface="Arial"/>
                <a:ea typeface="Arial"/>
                <a:cs typeface="Arial"/>
              </a:defRPr>
            </a:lvl7pPr>
            <a:lvl8pPr>
              <a:defRPr sz="2175" b="1">
                <a:solidFill>
                  <a:srgbClr val="C5DD9A"/>
                </a:solidFill>
                <a:latin typeface="Arial"/>
                <a:ea typeface="Arial"/>
                <a:cs typeface="Arial"/>
              </a:defRPr>
            </a:lvl8pPr>
            <a:lvl9pPr>
              <a:defRPr sz="2175" b="1">
                <a:solidFill>
                  <a:srgbClr val="C5DD9A"/>
                </a:solidFill>
                <a:latin typeface="Arial"/>
                <a:ea typeface="Arial"/>
                <a:cs typeface="Arial"/>
              </a:defRPr>
            </a:lvl9pPr>
          </a:lstStyle>
          <a:p xmlns:a="http://schemas.openxmlformats.org/drawingml/2006/main">
            <a:pPr>
              <a:defRPr sz="2175" b="1">
                <a:solidFill>
                  <a:srgbClr val="C5DD9A"/>
                </a:solidFill>
                <a:latin typeface="Arial"/>
                <a:ea typeface="Arial"/>
                <a:cs typeface="Arial"/>
              </a:defRPr>
            </a:pPr>
            <a:r>
              <a:rPr sz="2175" b="1">
                <a:solidFill>
                  <a:srgbClr val="C5DD9A"/>
                </a:solidFill>
                <a:latin typeface="Arial"/>
                <a:ea typeface="Arial"/>
                <a:cs typeface="Arial"/>
              </a:rPr>
              <a:t>03</a:t>
            </a:r>
          </a:p>
        </p:txBody>
      </p:sp>
      <p:sp>
        <p:nvSpPr>
          <p:cNvPr id="10" name="Check mounting safety, weather durability and installed">
            <a:extLst xmlns:a="http://schemas.openxmlformats.org/drawingml/2006/main">
              <a:ext uri="{FF2B5EF4-FFF2-40B4-BE49-F238E27FC236}">
                <a16:creationId xmlns:a16="http://schemas.microsoft.com/office/drawing/2014/main" id="{5CA03147-7333-419A-9E43-DEFBBDD6BA6C}"/>
              </a:ext>
            </a:extLst>
          </p:cNvPr>
          <p:cNvSpPr>
            <a:spLocks xmlns:a="http://schemas.openxmlformats.org/drawingml/2006/main" noGrp="1"/>
          </p:cNvSpPr>
          <p:nvPr/>
        </p:nvSpPr>
        <p:spPr>
          <a:xfrm xmlns:a="http://schemas.openxmlformats.org/drawingml/2006/main">
            <a:off x="1438275" y="4457700"/>
            <a:ext cx="9667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4F3EB"/>
                </a:solidFill>
                <a:latin typeface="Arial"/>
                <a:ea typeface="Arial"/>
                <a:cs typeface="Arial"/>
              </a:defRPr>
            </a:defPPr>
            <a:lvl1pPr>
              <a:defRPr sz="2325" b="0">
                <a:solidFill>
                  <a:srgbClr val="F4F3EB"/>
                </a:solidFill>
                <a:latin typeface="Arial"/>
                <a:ea typeface="Arial"/>
                <a:cs typeface="Arial"/>
              </a:defRPr>
            </a:lvl1pPr>
            <a:lvl2pPr>
              <a:defRPr sz="2325" b="0">
                <a:solidFill>
                  <a:srgbClr val="F4F3EB"/>
                </a:solidFill>
                <a:latin typeface="Arial"/>
                <a:ea typeface="Arial"/>
                <a:cs typeface="Arial"/>
              </a:defRPr>
            </a:lvl2pPr>
            <a:lvl3pPr>
              <a:defRPr sz="2325" b="0">
                <a:solidFill>
                  <a:srgbClr val="F4F3EB"/>
                </a:solidFill>
                <a:latin typeface="Arial"/>
                <a:ea typeface="Arial"/>
                <a:cs typeface="Arial"/>
              </a:defRPr>
            </a:lvl3pPr>
            <a:lvl4pPr>
              <a:defRPr sz="2325" b="0">
                <a:solidFill>
                  <a:srgbClr val="F4F3EB"/>
                </a:solidFill>
                <a:latin typeface="Arial"/>
                <a:ea typeface="Arial"/>
                <a:cs typeface="Arial"/>
              </a:defRPr>
            </a:lvl4pPr>
            <a:lvl5pPr>
              <a:defRPr sz="2325" b="0">
                <a:solidFill>
                  <a:srgbClr val="F4F3EB"/>
                </a:solidFill>
                <a:latin typeface="Arial"/>
                <a:ea typeface="Arial"/>
                <a:cs typeface="Arial"/>
              </a:defRPr>
            </a:lvl5pPr>
            <a:lvl6pPr>
              <a:defRPr sz="2325" b="0">
                <a:solidFill>
                  <a:srgbClr val="F4F3EB"/>
                </a:solidFill>
                <a:latin typeface="Arial"/>
                <a:ea typeface="Arial"/>
                <a:cs typeface="Arial"/>
              </a:defRPr>
            </a:lvl6pPr>
            <a:lvl7pPr>
              <a:defRPr sz="2325" b="0">
                <a:solidFill>
                  <a:srgbClr val="F4F3EB"/>
                </a:solidFill>
                <a:latin typeface="Arial"/>
                <a:ea typeface="Arial"/>
                <a:cs typeface="Arial"/>
              </a:defRPr>
            </a:lvl7pPr>
            <a:lvl8pPr>
              <a:defRPr sz="2325" b="0">
                <a:solidFill>
                  <a:srgbClr val="F4F3EB"/>
                </a:solidFill>
                <a:latin typeface="Arial"/>
                <a:ea typeface="Arial"/>
                <a:cs typeface="Arial"/>
              </a:defRPr>
            </a:lvl8pPr>
            <a:lvl9pPr>
              <a:defRPr sz="2325" b="0">
                <a:solidFill>
                  <a:srgbClr val="F4F3EB"/>
                </a:solidFill>
                <a:latin typeface="Arial"/>
                <a:ea typeface="Arial"/>
                <a:cs typeface="Arial"/>
              </a:defRPr>
            </a:lvl9pPr>
          </a:lstStyle>
          <a:p xmlns:a="http://schemas.openxmlformats.org/drawingml/2006/main">
            <a:pPr>
              <a:defRPr sz="2325" b="0">
                <a:solidFill>
                  <a:srgbClr val="F4F3EB"/>
                </a:solidFill>
                <a:latin typeface="Arial"/>
                <a:ea typeface="Arial"/>
                <a:cs typeface="Arial"/>
              </a:defRPr>
            </a:pPr>
            <a:r>
              <a:rPr sz="2325" b="0">
                <a:solidFill>
                  <a:srgbClr val="F4F3EB"/>
                </a:solidFill>
                <a:latin typeface="Arial"/>
                <a:ea typeface="Arial"/>
                <a:cs typeface="Arial"/>
              </a:rPr>
              <a:t>Check mounting safety, weather durability and installed cost.</a:t>
            </a:r>
          </a:p>
        </p:txBody>
      </p:sp>
      <p:sp>
        <p:nvSpPr>
          <p:cNvPr id="11" name="Proposed support: test equipment, technical mentorship ">
            <a:extLst xmlns:a="http://schemas.openxmlformats.org/drawingml/2006/main">
              <a:ext uri="{FF2B5EF4-FFF2-40B4-BE49-F238E27FC236}">
                <a16:creationId xmlns:a16="http://schemas.microsoft.com/office/drawing/2014/main" id="{680E4AFE-9E81-4467-8C99-E8D738CDDE8C}"/>
              </a:ext>
            </a:extLst>
          </p:cNvPr>
          <p:cNvSpPr>
            <a:spLocks xmlns:a="http://schemas.openxmlformats.org/drawingml/2006/main" noGrp="1"/>
          </p:cNvSpPr>
          <p:nvPr/>
        </p:nvSpPr>
        <p:spPr>
          <a:xfrm xmlns:a="http://schemas.openxmlformats.org/drawingml/2006/main">
            <a:off x="619125" y="56769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5DD9A"/>
                </a:solidFill>
                <a:latin typeface="Arial"/>
                <a:ea typeface="Arial"/>
                <a:cs typeface="Arial"/>
              </a:defRPr>
            </a:defPPr>
            <a:lvl1pPr>
              <a:defRPr sz="2100" b="0">
                <a:solidFill>
                  <a:srgbClr val="C5DD9A"/>
                </a:solidFill>
                <a:latin typeface="Arial"/>
                <a:ea typeface="Arial"/>
                <a:cs typeface="Arial"/>
              </a:defRPr>
            </a:lvl1pPr>
            <a:lvl2pPr>
              <a:defRPr sz="2100" b="0">
                <a:solidFill>
                  <a:srgbClr val="C5DD9A"/>
                </a:solidFill>
                <a:latin typeface="Arial"/>
                <a:ea typeface="Arial"/>
                <a:cs typeface="Arial"/>
              </a:defRPr>
            </a:lvl2pPr>
            <a:lvl3pPr>
              <a:defRPr sz="2100" b="0">
                <a:solidFill>
                  <a:srgbClr val="C5DD9A"/>
                </a:solidFill>
                <a:latin typeface="Arial"/>
                <a:ea typeface="Arial"/>
                <a:cs typeface="Arial"/>
              </a:defRPr>
            </a:lvl3pPr>
            <a:lvl4pPr>
              <a:defRPr sz="2100" b="0">
                <a:solidFill>
                  <a:srgbClr val="C5DD9A"/>
                </a:solidFill>
                <a:latin typeface="Arial"/>
                <a:ea typeface="Arial"/>
                <a:cs typeface="Arial"/>
              </a:defRPr>
            </a:lvl4pPr>
            <a:lvl5pPr>
              <a:defRPr sz="2100" b="0">
                <a:solidFill>
                  <a:srgbClr val="C5DD9A"/>
                </a:solidFill>
                <a:latin typeface="Arial"/>
                <a:ea typeface="Arial"/>
                <a:cs typeface="Arial"/>
              </a:defRPr>
            </a:lvl5pPr>
            <a:lvl6pPr>
              <a:defRPr sz="2100" b="0">
                <a:solidFill>
                  <a:srgbClr val="C5DD9A"/>
                </a:solidFill>
                <a:latin typeface="Arial"/>
                <a:ea typeface="Arial"/>
                <a:cs typeface="Arial"/>
              </a:defRPr>
            </a:lvl6pPr>
            <a:lvl7pPr>
              <a:defRPr sz="2100" b="0">
                <a:solidFill>
                  <a:srgbClr val="C5DD9A"/>
                </a:solidFill>
                <a:latin typeface="Arial"/>
                <a:ea typeface="Arial"/>
                <a:cs typeface="Arial"/>
              </a:defRPr>
            </a:lvl7pPr>
            <a:lvl8pPr>
              <a:defRPr sz="2100" b="0">
                <a:solidFill>
                  <a:srgbClr val="C5DD9A"/>
                </a:solidFill>
                <a:latin typeface="Arial"/>
                <a:ea typeface="Arial"/>
                <a:cs typeface="Arial"/>
              </a:defRPr>
            </a:lvl8pPr>
            <a:lvl9pPr>
              <a:defRPr sz="2100" b="0">
                <a:solidFill>
                  <a:srgbClr val="C5DD9A"/>
                </a:solidFill>
                <a:latin typeface="Arial"/>
                <a:ea typeface="Arial"/>
                <a:cs typeface="Arial"/>
              </a:defRPr>
            </a:lvl9pPr>
          </a:lstStyle>
          <a:p xmlns:a="http://schemas.openxmlformats.org/drawingml/2006/main">
            <a:pPr>
              <a:defRPr sz="2100" b="0">
                <a:solidFill>
                  <a:srgbClr val="C5DD9A"/>
                </a:solidFill>
                <a:latin typeface="Arial"/>
                <a:ea typeface="Arial"/>
                <a:cs typeface="Arial"/>
              </a:defRPr>
            </a:pPr>
            <a:r>
              <a:rPr sz="2100" b="0">
                <a:solidFill>
                  <a:srgbClr val="C5DD9A"/>
                </a:solidFill>
                <a:latin typeface="Arial"/>
                <a:ea typeface="Arial"/>
                <a:cs typeface="Arial"/>
              </a:rPr>
              <a:t>Proposed support: test equipment, technical mentorship and a pilot site.</a:t>
            </a:r>
          </a:p>
        </p:txBody>
      </p:sp>
      <p:sp>
        <p:nvSpPr>
          <p:cNvPr id="12" name="Mohammad Rafiul Islam · Tasnia Basharat Mahi · Masrura ">
            <a:extLst xmlns:a="http://schemas.openxmlformats.org/drawingml/2006/main">
              <a:ext uri="{FF2B5EF4-FFF2-40B4-BE49-F238E27FC236}">
                <a16:creationId xmlns:a16="http://schemas.microsoft.com/office/drawing/2014/main" id="{8583E666-9C07-44ED-968B-6DB25542C7BC}"/>
              </a:ext>
            </a:extLst>
          </p:cNvPr>
          <p:cNvSpPr>
            <a:spLocks xmlns:a="http://schemas.openxmlformats.org/drawingml/2006/main" noGrp="1"/>
          </p:cNvSpPr>
          <p:nvPr/>
        </p:nvSpPr>
        <p:spPr>
          <a:xfrm xmlns:a="http://schemas.openxmlformats.org/drawingml/2006/main">
            <a:off x="619125" y="63912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EC0B1"/>
                </a:solidFill>
                <a:latin typeface="Arial"/>
                <a:ea typeface="Arial"/>
                <a:cs typeface="Arial"/>
              </a:defRPr>
            </a:defPPr>
            <a:lvl1pPr>
              <a:defRPr sz="1350" b="0">
                <a:solidFill>
                  <a:srgbClr val="AEC0B1"/>
                </a:solidFill>
                <a:latin typeface="Arial"/>
                <a:ea typeface="Arial"/>
                <a:cs typeface="Arial"/>
              </a:defRPr>
            </a:lvl1pPr>
            <a:lvl2pPr>
              <a:defRPr sz="1350" b="0">
                <a:solidFill>
                  <a:srgbClr val="AEC0B1"/>
                </a:solidFill>
                <a:latin typeface="Arial"/>
                <a:ea typeface="Arial"/>
                <a:cs typeface="Arial"/>
              </a:defRPr>
            </a:lvl2pPr>
            <a:lvl3pPr>
              <a:defRPr sz="1350" b="0">
                <a:solidFill>
                  <a:srgbClr val="AEC0B1"/>
                </a:solidFill>
                <a:latin typeface="Arial"/>
                <a:ea typeface="Arial"/>
                <a:cs typeface="Arial"/>
              </a:defRPr>
            </a:lvl3pPr>
            <a:lvl4pPr>
              <a:defRPr sz="1350" b="0">
                <a:solidFill>
                  <a:srgbClr val="AEC0B1"/>
                </a:solidFill>
                <a:latin typeface="Arial"/>
                <a:ea typeface="Arial"/>
                <a:cs typeface="Arial"/>
              </a:defRPr>
            </a:lvl4pPr>
            <a:lvl5pPr>
              <a:defRPr sz="1350" b="0">
                <a:solidFill>
                  <a:srgbClr val="AEC0B1"/>
                </a:solidFill>
                <a:latin typeface="Arial"/>
                <a:ea typeface="Arial"/>
                <a:cs typeface="Arial"/>
              </a:defRPr>
            </a:lvl5pPr>
            <a:lvl6pPr>
              <a:defRPr sz="1350" b="0">
                <a:solidFill>
                  <a:srgbClr val="AEC0B1"/>
                </a:solidFill>
                <a:latin typeface="Arial"/>
                <a:ea typeface="Arial"/>
                <a:cs typeface="Arial"/>
              </a:defRPr>
            </a:lvl6pPr>
            <a:lvl7pPr>
              <a:defRPr sz="1350" b="0">
                <a:solidFill>
                  <a:srgbClr val="AEC0B1"/>
                </a:solidFill>
                <a:latin typeface="Arial"/>
                <a:ea typeface="Arial"/>
                <a:cs typeface="Arial"/>
              </a:defRPr>
            </a:lvl7pPr>
            <a:lvl8pPr>
              <a:defRPr sz="1350" b="0">
                <a:solidFill>
                  <a:srgbClr val="AEC0B1"/>
                </a:solidFill>
                <a:latin typeface="Arial"/>
                <a:ea typeface="Arial"/>
                <a:cs typeface="Arial"/>
              </a:defRPr>
            </a:lvl8pPr>
            <a:lvl9pPr>
              <a:defRPr sz="1350" b="0">
                <a:solidFill>
                  <a:srgbClr val="AEC0B1"/>
                </a:solidFill>
                <a:latin typeface="Arial"/>
                <a:ea typeface="Arial"/>
                <a:cs typeface="Arial"/>
              </a:defRPr>
            </a:lvl9pPr>
          </a:lstStyle>
          <a:p xmlns:a="http://schemas.openxmlformats.org/drawingml/2006/main">
            <a:pPr>
              <a:defRPr sz="1350" b="0">
                <a:solidFill>
                  <a:srgbClr val="AEC0B1"/>
                </a:solidFill>
                <a:latin typeface="Arial"/>
                <a:ea typeface="Arial"/>
                <a:cs typeface="Arial"/>
              </a:defRPr>
            </a:pPr>
            <a:r>
              <a:rPr sz="1350" b="0">
                <a:solidFill>
                  <a:srgbClr val="AEC0B1"/>
                </a:solidFill>
                <a:latin typeface="Arial"/>
                <a:ea typeface="Arial"/>
                <a:cs typeface="Arial"/>
              </a:rPr>
              <a:t>Mohammad Rafiul Islam · Tasnia Basharat Mahi · Masrura Sara Mohima</a:t>
            </a:r>
          </a:p>
        </p:txBody>
      </p:sp>
    </p:spTree>
    <p:extLst>
      <p:ext uri="{BB962C8B-B14F-4D97-AF65-F5344CB8AC3E}">
        <p14:creationId xmlns:p14="http://schemas.microsoft.com/office/powerpoint/2010/main" val="17307300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2026-10-26T18:40:15.2430000Z</dcterms:created>
  <dcterms:modified xsi:type="dcterms:W3CDTF">2026-10-26T18:40:15.2430000Z</dcterms:modified>
</coreProperties>
</file>